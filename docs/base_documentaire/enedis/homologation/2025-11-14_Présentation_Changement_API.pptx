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4"/>
  </p:sldMasterIdLst>
  <p:notesMasterIdLst>
    <p:notesMasterId r:id="rId16"/>
  </p:notesMasterIdLst>
  <p:handoutMasterIdLst>
    <p:handoutMasterId r:id="rId17"/>
  </p:handoutMasterIdLst>
  <p:sldIdLst>
    <p:sldId id="263" r:id="rId5"/>
    <p:sldId id="266" r:id="rId6"/>
    <p:sldId id="273" r:id="rId7"/>
    <p:sldId id="277" r:id="rId8"/>
    <p:sldId id="267" r:id="rId9"/>
    <p:sldId id="264" r:id="rId10"/>
    <p:sldId id="265" r:id="rId11"/>
    <p:sldId id="272" r:id="rId12"/>
    <p:sldId id="268" r:id="rId13"/>
    <p:sldId id="269" r:id="rId14"/>
    <p:sldId id="257" r:id="rId15"/>
  </p:sldIdLst>
  <p:sldSz cx="9144000" cy="5143500" type="screen16x9"/>
  <p:notesSz cx="6858000" cy="9144000"/>
  <p:defaultTextStyle>
    <a:defPPr>
      <a:defRPr lang="en-US"/>
    </a:defPPr>
    <a:lvl1pPr marL="0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8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OLY Suzanne-anita" initials="CS" lastIdx="5" clrIdx="0">
    <p:extLst>
      <p:ext uri="{19B8F6BF-5375-455C-9EA6-DF929625EA0E}">
        <p15:presenceInfo xmlns:p15="http://schemas.microsoft.com/office/powerpoint/2012/main" userId="S-1-5-21-3009843245-2099980036-838960570-67370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23DC"/>
    <a:srgbClr val="EB6E3C"/>
    <a:srgbClr val="EBF2FB"/>
    <a:srgbClr val="00B050"/>
    <a:srgbClr val="AF2891"/>
    <a:srgbClr val="EC9345"/>
    <a:srgbClr val="8755C8"/>
    <a:srgbClr val="7F7F7F"/>
    <a:srgbClr val="8B5ACE"/>
    <a:srgbClr val="B625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550976-FB63-334F-B6C3-5867CD4AEAC7}" v="28" dt="2025-09-30T14:19:32.912"/>
    <p1510:client id="{31B30B6F-2E22-6C80-F267-61532FC32544}" v="73" dt="2025-10-01T07:57:14.822"/>
    <p1510:client id="{61E146D5-908A-23ED-9F77-BABA90C3C8DB}" v="168" dt="2025-10-01T14:24:08.712"/>
    <p1510:client id="{6A4C77EE-0F9B-AB84-0300-07C75ACF51CA}" v="455" dt="2025-09-30T15:21:55.674"/>
    <p1510:client id="{B6BD66EB-2667-284B-885D-EF32CEE11609}" v="136" dt="2025-10-01T11:49:27.600"/>
    <p1510:client id="{BD6B29CA-E591-4B22-C084-482A488062A1}" v="87" dt="2025-10-01T08:20:41.678"/>
    <p1510:client id="{BEB6DC1A-5EBA-4EAF-6F00-CA95307AEBD5}" v="132" dt="2025-09-30T15:33:19.121"/>
    <p1510:client id="{CCB844AB-927F-A428-39C4-017F947F340E}" v="93" dt="2025-10-01T06:54:48.853"/>
    <p1510:client id="{CE257FBB-F664-277C-50CE-C59DD864072C}" v="6" dt="2025-09-30T14:12:59.497"/>
    <p1510:client id="{F0FF5C6B-2984-73B7-CFE4-07F5E28EDFF7}" v="82" dt="2025-10-01T10:45:57.344"/>
    <p1510:client id="{F8EE4CE4-684F-D45C-3592-08DACC42A4B7}" v="299" dt="2025-10-01T14:04:18.0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3CA9EB-0CDF-4297-B5AA-78CE9F557CDF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2F0A5C-431C-4AD2-9261-67AA7FA178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4424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01DDAD-6DA4-4C18-98F0-5DAE3E04A92C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7C7F45-C8B6-48F3-9E99-449A597CF5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1345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C7F45-C8B6-48F3-9E99-449A597CF57D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3612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 G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1686" y="345758"/>
            <a:ext cx="5490474" cy="1621021"/>
          </a:xfrm>
        </p:spPr>
        <p:txBody>
          <a:bodyPr anchor="b"/>
          <a:lstStyle>
            <a:lvl1pPr algn="l">
              <a:lnSpc>
                <a:spcPct val="760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</a:t>
            </a:r>
            <a:br>
              <a:rPr lang="fr-FR"/>
            </a:br>
            <a:r>
              <a:rPr lang="fr-FR"/>
              <a:t>présentation </a:t>
            </a:r>
            <a:br>
              <a:rPr lang="fr-FR"/>
            </a:br>
            <a:r>
              <a:rPr lang="fr-FR"/>
              <a:t>sur trois lignes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71211" y="2140609"/>
            <a:ext cx="4824677" cy="461665"/>
          </a:xfr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1875">
                <a:solidFill>
                  <a:schemeClr val="bg1"/>
                </a:solidFill>
                <a:latin typeface="Enedis Light" pitchFamily="50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fr-FR"/>
              <a:t>Sous-titre de la présentation </a:t>
            </a:r>
            <a:br>
              <a:rPr lang="fr-FR"/>
            </a:br>
            <a:r>
              <a:rPr lang="fr-FR"/>
              <a:t>sur deux lignes</a:t>
            </a:r>
            <a:endParaRPr lang="en-US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F9B6F8A9-9A1E-478A-8B80-2A55B884E0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94090" y="4626522"/>
            <a:ext cx="1977628" cy="174856"/>
          </a:xfrm>
        </p:spPr>
        <p:txBody>
          <a:bodyPr/>
          <a:lstStyle>
            <a:lvl1pPr algn="r">
              <a:defRPr sz="1125">
                <a:solidFill>
                  <a:schemeClr val="bg1"/>
                </a:solidFill>
                <a:latin typeface="Enedis Light" pitchFamily="50" charset="0"/>
              </a:defRPr>
            </a:lvl1pPr>
          </a:lstStyle>
          <a:p>
            <a:pPr lvl="0"/>
            <a:r>
              <a:rPr lang="fr-FR"/>
              <a:t>00 / 00 / 2021</a:t>
            </a:r>
          </a:p>
        </p:txBody>
      </p:sp>
      <p:grpSp>
        <p:nvGrpSpPr>
          <p:cNvPr id="6" name="Graphique 10">
            <a:extLst>
              <a:ext uri="{FF2B5EF4-FFF2-40B4-BE49-F238E27FC236}">
                <a16:creationId xmlns:a16="http://schemas.microsoft.com/office/drawing/2014/main" id="{3270F1C2-39F4-4808-A348-572B35FDA73D}"/>
              </a:ext>
            </a:extLst>
          </p:cNvPr>
          <p:cNvGrpSpPr/>
          <p:nvPr/>
        </p:nvGrpSpPr>
        <p:grpSpPr>
          <a:xfrm>
            <a:off x="385499" y="4493606"/>
            <a:ext cx="1287505" cy="260184"/>
            <a:chOff x="513998" y="5991475"/>
            <a:chExt cx="1716673" cy="346912"/>
          </a:xfrm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91D61045-1864-4893-AB9C-647365F6D11E}"/>
                </a:ext>
              </a:extLst>
            </p:cNvPr>
            <p:cNvSpPr/>
            <p:nvPr/>
          </p:nvSpPr>
          <p:spPr>
            <a:xfrm>
              <a:off x="1129494" y="5991488"/>
              <a:ext cx="373834" cy="346899"/>
            </a:xfrm>
            <a:custGeom>
              <a:avLst/>
              <a:gdLst>
                <a:gd name="connsiteX0" fmla="*/ 173802 w 373834"/>
                <a:gd name="connsiteY0" fmla="*/ 283740 h 346899"/>
                <a:gd name="connsiteX1" fmla="*/ 108846 w 373834"/>
                <a:gd name="connsiteY1" fmla="*/ 223698 h 346899"/>
                <a:gd name="connsiteX2" fmla="*/ 108987 w 373834"/>
                <a:gd name="connsiteY2" fmla="*/ 212802 h 346899"/>
                <a:gd name="connsiteX3" fmla="*/ 247493 w 373834"/>
                <a:gd name="connsiteY3" fmla="*/ 212802 h 346899"/>
                <a:gd name="connsiteX4" fmla="*/ 334413 w 373834"/>
                <a:gd name="connsiteY4" fmla="*/ 132012 h 346899"/>
                <a:gd name="connsiteX5" fmla="*/ 334413 w 373834"/>
                <a:gd name="connsiteY5" fmla="*/ 80827 h 346899"/>
                <a:gd name="connsiteX6" fmla="*/ 247493 w 373834"/>
                <a:gd name="connsiteY6" fmla="*/ 37 h 346899"/>
                <a:gd name="connsiteX7" fmla="*/ 126637 w 373834"/>
                <a:gd name="connsiteY7" fmla="*/ 37 h 346899"/>
                <a:gd name="connsiteX8" fmla="*/ 106457 w 373834"/>
                <a:gd name="connsiteY8" fmla="*/ 1579 h 346899"/>
                <a:gd name="connsiteX9" fmla="*/ 39864 w 373834"/>
                <a:gd name="connsiteY9" fmla="*/ 80827 h 346899"/>
                <a:gd name="connsiteX10" fmla="*/ 39864 w 373834"/>
                <a:gd name="connsiteY10" fmla="*/ 110539 h 346899"/>
                <a:gd name="connsiteX11" fmla="*/ 50958 w 373834"/>
                <a:gd name="connsiteY11" fmla="*/ 122881 h 346899"/>
                <a:gd name="connsiteX12" fmla="*/ 97868 w 373834"/>
                <a:gd name="connsiteY12" fmla="*/ 122881 h 346899"/>
                <a:gd name="connsiteX13" fmla="*/ 108974 w 373834"/>
                <a:gd name="connsiteY13" fmla="*/ 110539 h 346899"/>
                <a:gd name="connsiteX14" fmla="*/ 108974 w 373834"/>
                <a:gd name="connsiteY14" fmla="*/ 91359 h 346899"/>
                <a:gd name="connsiteX15" fmla="*/ 139769 w 373834"/>
                <a:gd name="connsiteY15" fmla="*/ 63240 h 346899"/>
                <a:gd name="connsiteX16" fmla="*/ 234533 w 373834"/>
                <a:gd name="connsiteY16" fmla="*/ 63240 h 346899"/>
                <a:gd name="connsiteX17" fmla="*/ 265335 w 373834"/>
                <a:gd name="connsiteY17" fmla="*/ 91359 h 346899"/>
                <a:gd name="connsiteX18" fmla="*/ 265335 w 373834"/>
                <a:gd name="connsiteY18" fmla="*/ 121741 h 346899"/>
                <a:gd name="connsiteX19" fmla="*/ 234533 w 373834"/>
                <a:gd name="connsiteY19" fmla="*/ 149834 h 346899"/>
                <a:gd name="connsiteX20" fmla="*/ 250 w 373834"/>
                <a:gd name="connsiteY20" fmla="*/ 149834 h 346899"/>
                <a:gd name="connsiteX21" fmla="*/ 250 w 373834"/>
                <a:gd name="connsiteY21" fmla="*/ 212802 h 346899"/>
                <a:gd name="connsiteX22" fmla="*/ 39698 w 373834"/>
                <a:gd name="connsiteY22" fmla="*/ 212802 h 346899"/>
                <a:gd name="connsiteX23" fmla="*/ 39698 w 373834"/>
                <a:gd name="connsiteY23" fmla="*/ 223685 h 346899"/>
                <a:gd name="connsiteX24" fmla="*/ 174031 w 373834"/>
                <a:gd name="connsiteY24" fmla="*/ 346937 h 346899"/>
                <a:gd name="connsiteX25" fmla="*/ 374084 w 373834"/>
                <a:gd name="connsiteY25" fmla="*/ 346937 h 346899"/>
                <a:gd name="connsiteX26" fmla="*/ 374084 w 373834"/>
                <a:gd name="connsiteY26" fmla="*/ 283734 h 346899"/>
                <a:gd name="connsiteX27" fmla="*/ 173802 w 373834"/>
                <a:gd name="connsiteY27" fmla="*/ 283740 h 346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73834" h="346899">
                  <a:moveTo>
                    <a:pt x="173802" y="283740"/>
                  </a:moveTo>
                  <a:cubicBezTo>
                    <a:pt x="137985" y="283740"/>
                    <a:pt x="108846" y="256991"/>
                    <a:pt x="108846" y="223698"/>
                  </a:cubicBezTo>
                  <a:lnTo>
                    <a:pt x="108987" y="212802"/>
                  </a:lnTo>
                  <a:lnTo>
                    <a:pt x="247493" y="212802"/>
                  </a:lnTo>
                  <a:cubicBezTo>
                    <a:pt x="295429" y="212802"/>
                    <a:pt x="334413" y="176564"/>
                    <a:pt x="334413" y="132012"/>
                  </a:cubicBezTo>
                  <a:lnTo>
                    <a:pt x="334413" y="80827"/>
                  </a:lnTo>
                  <a:cubicBezTo>
                    <a:pt x="334413" y="36274"/>
                    <a:pt x="295429" y="37"/>
                    <a:pt x="247493" y="37"/>
                  </a:cubicBezTo>
                  <a:lnTo>
                    <a:pt x="126637" y="37"/>
                  </a:lnTo>
                  <a:cubicBezTo>
                    <a:pt x="119921" y="37"/>
                    <a:pt x="113135" y="101"/>
                    <a:pt x="106457" y="1579"/>
                  </a:cubicBezTo>
                  <a:cubicBezTo>
                    <a:pt x="67161" y="10302"/>
                    <a:pt x="39864" y="43290"/>
                    <a:pt x="39864" y="80827"/>
                  </a:cubicBezTo>
                  <a:lnTo>
                    <a:pt x="39864" y="110539"/>
                  </a:lnTo>
                  <a:cubicBezTo>
                    <a:pt x="39864" y="117338"/>
                    <a:pt x="44834" y="122881"/>
                    <a:pt x="50958" y="122881"/>
                  </a:cubicBezTo>
                  <a:lnTo>
                    <a:pt x="97868" y="122881"/>
                  </a:lnTo>
                  <a:cubicBezTo>
                    <a:pt x="103997" y="122881"/>
                    <a:pt x="108974" y="117338"/>
                    <a:pt x="108974" y="110539"/>
                  </a:cubicBezTo>
                  <a:lnTo>
                    <a:pt x="108974" y="91359"/>
                  </a:lnTo>
                  <a:cubicBezTo>
                    <a:pt x="108974" y="75856"/>
                    <a:pt x="122788" y="63240"/>
                    <a:pt x="139769" y="63240"/>
                  </a:cubicBezTo>
                  <a:lnTo>
                    <a:pt x="234533" y="63240"/>
                  </a:lnTo>
                  <a:cubicBezTo>
                    <a:pt x="251520" y="63240"/>
                    <a:pt x="265335" y="75856"/>
                    <a:pt x="265335" y="91359"/>
                  </a:cubicBezTo>
                  <a:lnTo>
                    <a:pt x="265335" y="121741"/>
                  </a:lnTo>
                  <a:cubicBezTo>
                    <a:pt x="265335" y="137231"/>
                    <a:pt x="251520" y="149834"/>
                    <a:pt x="234533" y="149834"/>
                  </a:cubicBezTo>
                  <a:lnTo>
                    <a:pt x="250" y="149834"/>
                  </a:lnTo>
                  <a:lnTo>
                    <a:pt x="250" y="212802"/>
                  </a:lnTo>
                  <a:lnTo>
                    <a:pt x="39698" y="212802"/>
                  </a:lnTo>
                  <a:lnTo>
                    <a:pt x="39698" y="223685"/>
                  </a:lnTo>
                  <a:cubicBezTo>
                    <a:pt x="39698" y="291871"/>
                    <a:pt x="100130" y="346937"/>
                    <a:pt x="174031" y="346937"/>
                  </a:cubicBezTo>
                  <a:lnTo>
                    <a:pt x="374084" y="346937"/>
                  </a:lnTo>
                  <a:lnTo>
                    <a:pt x="374084" y="283734"/>
                  </a:lnTo>
                  <a:lnTo>
                    <a:pt x="173802" y="283740"/>
                  </a:lnTo>
                  <a:close/>
                </a:path>
              </a:pathLst>
            </a:custGeom>
            <a:solidFill>
              <a:srgbClr val="96CD32"/>
            </a:solidFill>
            <a:ln w="6362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90266735-E994-4E7C-84F7-3430D095B16A}"/>
                </a:ext>
              </a:extLst>
            </p:cNvPr>
            <p:cNvSpPr/>
            <p:nvPr/>
          </p:nvSpPr>
          <p:spPr>
            <a:xfrm>
              <a:off x="513998" y="5991475"/>
              <a:ext cx="1716673" cy="346905"/>
            </a:xfrm>
            <a:custGeom>
              <a:avLst/>
              <a:gdLst>
                <a:gd name="connsiteX0" fmla="*/ 1386323 w 1716673"/>
                <a:gd name="connsiteY0" fmla="*/ 26425 h 346905"/>
                <a:gd name="connsiteX1" fmla="*/ 1386221 w 1716673"/>
                <a:gd name="connsiteY1" fmla="*/ 12407 h 346905"/>
                <a:gd name="connsiteX2" fmla="*/ 1375114 w 1716673"/>
                <a:gd name="connsiteY2" fmla="*/ 78 h 346905"/>
                <a:gd name="connsiteX3" fmla="*/ 1328351 w 1716673"/>
                <a:gd name="connsiteY3" fmla="*/ 78 h 346905"/>
                <a:gd name="connsiteX4" fmla="*/ 1317245 w 1716673"/>
                <a:gd name="connsiteY4" fmla="*/ 12407 h 346905"/>
                <a:gd name="connsiteX5" fmla="*/ 1317245 w 1716673"/>
                <a:gd name="connsiteY5" fmla="*/ 26425 h 346905"/>
                <a:gd name="connsiteX6" fmla="*/ 1317251 w 1716673"/>
                <a:gd name="connsiteY6" fmla="*/ 26425 h 346905"/>
                <a:gd name="connsiteX7" fmla="*/ 1317353 w 1716673"/>
                <a:gd name="connsiteY7" fmla="*/ 50976 h 346905"/>
                <a:gd name="connsiteX8" fmla="*/ 1328459 w 1716673"/>
                <a:gd name="connsiteY8" fmla="*/ 63306 h 346905"/>
                <a:gd name="connsiteX9" fmla="*/ 1375223 w 1716673"/>
                <a:gd name="connsiteY9" fmla="*/ 63306 h 346905"/>
                <a:gd name="connsiteX10" fmla="*/ 1386329 w 1716673"/>
                <a:gd name="connsiteY10" fmla="*/ 50976 h 346905"/>
                <a:gd name="connsiteX11" fmla="*/ 1386329 w 1716673"/>
                <a:gd name="connsiteY11" fmla="*/ 26425 h 346905"/>
                <a:gd name="connsiteX12" fmla="*/ 1386323 w 1716673"/>
                <a:gd name="connsiteY12" fmla="*/ 26425 h 346905"/>
                <a:gd name="connsiteX13" fmla="*/ 1386323 w 1716673"/>
                <a:gd name="connsiteY13" fmla="*/ 218602 h 346905"/>
                <a:gd name="connsiteX14" fmla="*/ 1386221 w 1716673"/>
                <a:gd name="connsiteY14" fmla="*/ 102640 h 346905"/>
                <a:gd name="connsiteX15" fmla="*/ 1375114 w 1716673"/>
                <a:gd name="connsiteY15" fmla="*/ 90310 h 346905"/>
                <a:gd name="connsiteX16" fmla="*/ 1328351 w 1716673"/>
                <a:gd name="connsiteY16" fmla="*/ 90310 h 346905"/>
                <a:gd name="connsiteX17" fmla="*/ 1317245 w 1716673"/>
                <a:gd name="connsiteY17" fmla="*/ 102640 h 346905"/>
                <a:gd name="connsiteX18" fmla="*/ 1317245 w 1716673"/>
                <a:gd name="connsiteY18" fmla="*/ 218602 h 346905"/>
                <a:gd name="connsiteX19" fmla="*/ 1317251 w 1716673"/>
                <a:gd name="connsiteY19" fmla="*/ 218602 h 346905"/>
                <a:gd name="connsiteX20" fmla="*/ 1317353 w 1716673"/>
                <a:gd name="connsiteY20" fmla="*/ 334558 h 346905"/>
                <a:gd name="connsiteX21" fmla="*/ 1328459 w 1716673"/>
                <a:gd name="connsiteY21" fmla="*/ 346888 h 346905"/>
                <a:gd name="connsiteX22" fmla="*/ 1375223 w 1716673"/>
                <a:gd name="connsiteY22" fmla="*/ 346888 h 346905"/>
                <a:gd name="connsiteX23" fmla="*/ 1386329 w 1716673"/>
                <a:gd name="connsiteY23" fmla="*/ 334558 h 346905"/>
                <a:gd name="connsiteX24" fmla="*/ 1386329 w 1716673"/>
                <a:gd name="connsiteY24" fmla="*/ 218602 h 346905"/>
                <a:gd name="connsiteX25" fmla="*/ 1386323 w 1716673"/>
                <a:gd name="connsiteY25" fmla="*/ 218602 h 346905"/>
                <a:gd name="connsiteX26" fmla="*/ 1151339 w 1716673"/>
                <a:gd name="connsiteY26" fmla="*/ 78 h 346905"/>
                <a:gd name="connsiteX27" fmla="*/ 1000796 w 1716673"/>
                <a:gd name="connsiteY27" fmla="*/ 78 h 346905"/>
                <a:gd name="connsiteX28" fmla="*/ 989683 w 1716673"/>
                <a:gd name="connsiteY28" fmla="*/ 12439 h 346905"/>
                <a:gd name="connsiteX29" fmla="*/ 989683 w 1716673"/>
                <a:gd name="connsiteY29" fmla="*/ 216448 h 346905"/>
                <a:gd name="connsiteX30" fmla="*/ 1000776 w 1716673"/>
                <a:gd name="connsiteY30" fmla="*/ 228791 h 346905"/>
                <a:gd name="connsiteX31" fmla="*/ 1047636 w 1716673"/>
                <a:gd name="connsiteY31" fmla="*/ 228791 h 346905"/>
                <a:gd name="connsiteX32" fmla="*/ 1058742 w 1716673"/>
                <a:gd name="connsiteY32" fmla="*/ 216448 h 346905"/>
                <a:gd name="connsiteX33" fmla="*/ 1058806 w 1716673"/>
                <a:gd name="connsiteY33" fmla="*/ 63274 h 346905"/>
                <a:gd name="connsiteX34" fmla="*/ 1143597 w 1716673"/>
                <a:gd name="connsiteY34" fmla="*/ 63306 h 346905"/>
                <a:gd name="connsiteX35" fmla="*/ 1208559 w 1716673"/>
                <a:gd name="connsiteY35" fmla="*/ 123731 h 346905"/>
                <a:gd name="connsiteX36" fmla="*/ 1208559 w 1716673"/>
                <a:gd name="connsiteY36" fmla="*/ 235124 h 346905"/>
                <a:gd name="connsiteX37" fmla="*/ 1143597 w 1716673"/>
                <a:gd name="connsiteY37" fmla="*/ 283634 h 346905"/>
                <a:gd name="connsiteX38" fmla="*/ 989683 w 1716673"/>
                <a:gd name="connsiteY38" fmla="*/ 283793 h 346905"/>
                <a:gd name="connsiteX39" fmla="*/ 989683 w 1716673"/>
                <a:gd name="connsiteY39" fmla="*/ 346983 h 346905"/>
                <a:gd name="connsiteX40" fmla="*/ 1143597 w 1716673"/>
                <a:gd name="connsiteY40" fmla="*/ 346888 h 346905"/>
                <a:gd name="connsiteX41" fmla="*/ 1277624 w 1716673"/>
                <a:gd name="connsiteY41" fmla="*/ 235124 h 346905"/>
                <a:gd name="connsiteX42" fmla="*/ 1277624 w 1716673"/>
                <a:gd name="connsiteY42" fmla="*/ 123004 h 346905"/>
                <a:gd name="connsiteX43" fmla="*/ 1151339 w 1716673"/>
                <a:gd name="connsiteY43" fmla="*/ 78 h 346905"/>
                <a:gd name="connsiteX44" fmla="*/ 1717026 w 1716673"/>
                <a:gd name="connsiteY44" fmla="*/ 227440 h 346905"/>
                <a:gd name="connsiteX45" fmla="*/ 1716694 w 1716673"/>
                <a:gd name="connsiteY45" fmla="*/ 217608 h 346905"/>
                <a:gd name="connsiteX46" fmla="*/ 1631712 w 1716673"/>
                <a:gd name="connsiteY46" fmla="*/ 149881 h 346905"/>
                <a:gd name="connsiteX47" fmla="*/ 1527881 w 1716673"/>
                <a:gd name="connsiteY47" fmla="*/ 149881 h 346905"/>
                <a:gd name="connsiteX48" fmla="*/ 1525218 w 1716673"/>
                <a:gd name="connsiteY48" fmla="*/ 149875 h 346905"/>
                <a:gd name="connsiteX49" fmla="*/ 1495066 w 1716673"/>
                <a:gd name="connsiteY49" fmla="*/ 117040 h 346905"/>
                <a:gd name="connsiteX50" fmla="*/ 1495168 w 1716673"/>
                <a:gd name="connsiteY50" fmla="*/ 93477 h 346905"/>
                <a:gd name="connsiteX51" fmla="*/ 1528002 w 1716673"/>
                <a:gd name="connsiteY51" fmla="*/ 63331 h 346905"/>
                <a:gd name="connsiteX52" fmla="*/ 1568980 w 1716673"/>
                <a:gd name="connsiteY52" fmla="*/ 63331 h 346905"/>
                <a:gd name="connsiteX53" fmla="*/ 1569382 w 1716673"/>
                <a:gd name="connsiteY53" fmla="*/ 63344 h 346905"/>
                <a:gd name="connsiteX54" fmla="*/ 1672932 w 1716673"/>
                <a:gd name="connsiteY54" fmla="*/ 63344 h 346905"/>
                <a:gd name="connsiteX55" fmla="*/ 1684599 w 1716673"/>
                <a:gd name="connsiteY55" fmla="*/ 55666 h 346905"/>
                <a:gd name="connsiteX56" fmla="*/ 1685261 w 1716673"/>
                <a:gd name="connsiteY56" fmla="*/ 52238 h 346905"/>
                <a:gd name="connsiteX57" fmla="*/ 1685261 w 1716673"/>
                <a:gd name="connsiteY57" fmla="*/ 11184 h 346905"/>
                <a:gd name="connsiteX58" fmla="*/ 1672932 w 1716673"/>
                <a:gd name="connsiteY58" fmla="*/ 90 h 346905"/>
                <a:gd name="connsiteX59" fmla="*/ 1511391 w 1716673"/>
                <a:gd name="connsiteY59" fmla="*/ 109 h 346905"/>
                <a:gd name="connsiteX60" fmla="*/ 1425943 w 1716673"/>
                <a:gd name="connsiteY60" fmla="*/ 78841 h 346905"/>
                <a:gd name="connsiteX61" fmla="*/ 1425950 w 1716673"/>
                <a:gd name="connsiteY61" fmla="*/ 127955 h 346905"/>
                <a:gd name="connsiteX62" fmla="*/ 1504707 w 1716673"/>
                <a:gd name="connsiteY62" fmla="*/ 212855 h 346905"/>
                <a:gd name="connsiteX63" fmla="*/ 1617904 w 1716673"/>
                <a:gd name="connsiteY63" fmla="*/ 212855 h 346905"/>
                <a:gd name="connsiteX64" fmla="*/ 1647896 w 1716673"/>
                <a:gd name="connsiteY64" fmla="*/ 245695 h 346905"/>
                <a:gd name="connsiteX65" fmla="*/ 1647896 w 1716673"/>
                <a:gd name="connsiteY65" fmla="*/ 253571 h 346905"/>
                <a:gd name="connsiteX66" fmla="*/ 1615221 w 1716673"/>
                <a:gd name="connsiteY66" fmla="*/ 283710 h 346905"/>
                <a:gd name="connsiteX67" fmla="*/ 1438279 w 1716673"/>
                <a:gd name="connsiteY67" fmla="*/ 283710 h 346905"/>
                <a:gd name="connsiteX68" fmla="*/ 1426625 w 1716673"/>
                <a:gd name="connsiteY68" fmla="*/ 291344 h 346905"/>
                <a:gd name="connsiteX69" fmla="*/ 1425937 w 1716673"/>
                <a:gd name="connsiteY69" fmla="*/ 294804 h 346905"/>
                <a:gd name="connsiteX70" fmla="*/ 1425937 w 1716673"/>
                <a:gd name="connsiteY70" fmla="*/ 335858 h 346905"/>
                <a:gd name="connsiteX71" fmla="*/ 1438279 w 1716673"/>
                <a:gd name="connsiteY71" fmla="*/ 346964 h 346905"/>
                <a:gd name="connsiteX72" fmla="*/ 1583113 w 1716673"/>
                <a:gd name="connsiteY72" fmla="*/ 346964 h 346905"/>
                <a:gd name="connsiteX73" fmla="*/ 1632241 w 1716673"/>
                <a:gd name="connsiteY73" fmla="*/ 346939 h 346905"/>
                <a:gd name="connsiteX74" fmla="*/ 1717026 w 1716673"/>
                <a:gd name="connsiteY74" fmla="*/ 268169 h 346905"/>
                <a:gd name="connsiteX75" fmla="*/ 1717026 w 1716673"/>
                <a:gd name="connsiteY75" fmla="*/ 227440 h 346905"/>
                <a:gd name="connsiteX76" fmla="*/ 94179 w 1716673"/>
                <a:gd name="connsiteY76" fmla="*/ 63306 h 346905"/>
                <a:gd name="connsiteX77" fmla="*/ 276199 w 1716673"/>
                <a:gd name="connsiteY77" fmla="*/ 63306 h 346905"/>
                <a:gd name="connsiteX78" fmla="*/ 288293 w 1716673"/>
                <a:gd name="connsiteY78" fmla="*/ 52423 h 346905"/>
                <a:gd name="connsiteX79" fmla="*/ 288293 w 1716673"/>
                <a:gd name="connsiteY79" fmla="*/ 10999 h 346905"/>
                <a:gd name="connsiteX80" fmla="*/ 276199 w 1716673"/>
                <a:gd name="connsiteY80" fmla="*/ 78 h 346905"/>
                <a:gd name="connsiteX81" fmla="*/ 92911 w 1716673"/>
                <a:gd name="connsiteY81" fmla="*/ 78 h 346905"/>
                <a:gd name="connsiteX82" fmla="*/ 352 w 1716673"/>
                <a:gd name="connsiteY82" fmla="*/ 85346 h 346905"/>
                <a:gd name="connsiteX83" fmla="*/ 352 w 1716673"/>
                <a:gd name="connsiteY83" fmla="*/ 261721 h 346905"/>
                <a:gd name="connsiteX84" fmla="*/ 92911 w 1716673"/>
                <a:gd name="connsiteY84" fmla="*/ 346983 h 346905"/>
                <a:gd name="connsiteX85" fmla="*/ 276199 w 1716673"/>
                <a:gd name="connsiteY85" fmla="*/ 346983 h 346905"/>
                <a:gd name="connsiteX86" fmla="*/ 288293 w 1716673"/>
                <a:gd name="connsiteY86" fmla="*/ 336094 h 346905"/>
                <a:gd name="connsiteX87" fmla="*/ 288293 w 1716673"/>
                <a:gd name="connsiteY87" fmla="*/ 294670 h 346905"/>
                <a:gd name="connsiteX88" fmla="*/ 276199 w 1716673"/>
                <a:gd name="connsiteY88" fmla="*/ 283793 h 346905"/>
                <a:gd name="connsiteX89" fmla="*/ 94179 w 1716673"/>
                <a:gd name="connsiteY89" fmla="*/ 283793 h 346905"/>
                <a:gd name="connsiteX90" fmla="*/ 69475 w 1716673"/>
                <a:gd name="connsiteY90" fmla="*/ 260631 h 346905"/>
                <a:gd name="connsiteX91" fmla="*/ 69475 w 1716673"/>
                <a:gd name="connsiteY91" fmla="*/ 212230 h 346905"/>
                <a:gd name="connsiteX92" fmla="*/ 178333 w 1716673"/>
                <a:gd name="connsiteY92" fmla="*/ 212230 h 346905"/>
                <a:gd name="connsiteX93" fmla="*/ 190420 w 1716673"/>
                <a:gd name="connsiteY93" fmla="*/ 201334 h 346905"/>
                <a:gd name="connsiteX94" fmla="*/ 190420 w 1716673"/>
                <a:gd name="connsiteY94" fmla="*/ 160790 h 346905"/>
                <a:gd name="connsiteX95" fmla="*/ 178333 w 1716673"/>
                <a:gd name="connsiteY95" fmla="*/ 149881 h 346905"/>
                <a:gd name="connsiteX96" fmla="*/ 69475 w 1716673"/>
                <a:gd name="connsiteY96" fmla="*/ 149881 h 346905"/>
                <a:gd name="connsiteX97" fmla="*/ 69475 w 1716673"/>
                <a:gd name="connsiteY97" fmla="*/ 86481 h 346905"/>
                <a:gd name="connsiteX98" fmla="*/ 94179 w 1716673"/>
                <a:gd name="connsiteY98" fmla="*/ 63306 h 346905"/>
                <a:gd name="connsiteX99" fmla="*/ 397068 w 1716673"/>
                <a:gd name="connsiteY99" fmla="*/ 63312 h 346905"/>
                <a:gd name="connsiteX100" fmla="*/ 397068 w 1716673"/>
                <a:gd name="connsiteY100" fmla="*/ 334647 h 346905"/>
                <a:gd name="connsiteX101" fmla="*/ 385943 w 1716673"/>
                <a:gd name="connsiteY101" fmla="*/ 346977 h 346905"/>
                <a:gd name="connsiteX102" fmla="*/ 339026 w 1716673"/>
                <a:gd name="connsiteY102" fmla="*/ 346977 h 346905"/>
                <a:gd name="connsiteX103" fmla="*/ 327914 w 1716673"/>
                <a:gd name="connsiteY103" fmla="*/ 334647 h 346905"/>
                <a:gd name="connsiteX104" fmla="*/ 327914 w 1716673"/>
                <a:gd name="connsiteY104" fmla="*/ 12439 h 346905"/>
                <a:gd name="connsiteX105" fmla="*/ 339026 w 1716673"/>
                <a:gd name="connsiteY105" fmla="*/ 90 h 346905"/>
                <a:gd name="connsiteX106" fmla="*/ 481840 w 1716673"/>
                <a:gd name="connsiteY106" fmla="*/ 90 h 346905"/>
                <a:gd name="connsiteX107" fmla="*/ 615855 w 1716673"/>
                <a:gd name="connsiteY107" fmla="*/ 123756 h 346905"/>
                <a:gd name="connsiteX108" fmla="*/ 615855 w 1716673"/>
                <a:gd name="connsiteY108" fmla="*/ 335883 h 346905"/>
                <a:gd name="connsiteX109" fmla="*/ 603519 w 1716673"/>
                <a:gd name="connsiteY109" fmla="*/ 346977 h 346905"/>
                <a:gd name="connsiteX110" fmla="*/ 559119 w 1716673"/>
                <a:gd name="connsiteY110" fmla="*/ 346977 h 346905"/>
                <a:gd name="connsiteX111" fmla="*/ 546789 w 1716673"/>
                <a:gd name="connsiteY111" fmla="*/ 335883 h 346905"/>
                <a:gd name="connsiteX112" fmla="*/ 546789 w 1716673"/>
                <a:gd name="connsiteY112" fmla="*/ 123756 h 346905"/>
                <a:gd name="connsiteX113" fmla="*/ 481840 w 1716673"/>
                <a:gd name="connsiteY113" fmla="*/ 63344 h 346905"/>
                <a:gd name="connsiteX114" fmla="*/ 397068 w 1716673"/>
                <a:gd name="connsiteY114" fmla="*/ 63312 h 346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</a:cxnLst>
              <a:rect l="l" t="t" r="r" b="b"/>
              <a:pathLst>
                <a:path w="1716673" h="346905">
                  <a:moveTo>
                    <a:pt x="1386323" y="26425"/>
                  </a:moveTo>
                  <a:lnTo>
                    <a:pt x="1386221" y="12407"/>
                  </a:lnTo>
                  <a:cubicBezTo>
                    <a:pt x="1386221" y="5608"/>
                    <a:pt x="1381238" y="78"/>
                    <a:pt x="1375114" y="78"/>
                  </a:cubicBezTo>
                  <a:lnTo>
                    <a:pt x="1328351" y="78"/>
                  </a:lnTo>
                  <a:cubicBezTo>
                    <a:pt x="1322234" y="78"/>
                    <a:pt x="1317245" y="5608"/>
                    <a:pt x="1317245" y="12407"/>
                  </a:cubicBezTo>
                  <a:lnTo>
                    <a:pt x="1317245" y="26425"/>
                  </a:lnTo>
                  <a:lnTo>
                    <a:pt x="1317251" y="26425"/>
                  </a:lnTo>
                  <a:lnTo>
                    <a:pt x="1317353" y="50976"/>
                  </a:lnTo>
                  <a:cubicBezTo>
                    <a:pt x="1317353" y="57775"/>
                    <a:pt x="1322329" y="63306"/>
                    <a:pt x="1328459" y="63306"/>
                  </a:cubicBezTo>
                  <a:lnTo>
                    <a:pt x="1375223" y="63306"/>
                  </a:lnTo>
                  <a:cubicBezTo>
                    <a:pt x="1381340" y="63306"/>
                    <a:pt x="1386329" y="57775"/>
                    <a:pt x="1386329" y="50976"/>
                  </a:cubicBezTo>
                  <a:lnTo>
                    <a:pt x="1386329" y="26425"/>
                  </a:lnTo>
                  <a:lnTo>
                    <a:pt x="1386323" y="26425"/>
                  </a:lnTo>
                  <a:close/>
                  <a:moveTo>
                    <a:pt x="1386323" y="218602"/>
                  </a:moveTo>
                  <a:lnTo>
                    <a:pt x="1386221" y="102640"/>
                  </a:lnTo>
                  <a:cubicBezTo>
                    <a:pt x="1386221" y="95835"/>
                    <a:pt x="1381238" y="90310"/>
                    <a:pt x="1375114" y="90310"/>
                  </a:cubicBezTo>
                  <a:lnTo>
                    <a:pt x="1328351" y="90310"/>
                  </a:lnTo>
                  <a:cubicBezTo>
                    <a:pt x="1322234" y="90310"/>
                    <a:pt x="1317245" y="95835"/>
                    <a:pt x="1317245" y="102640"/>
                  </a:cubicBezTo>
                  <a:lnTo>
                    <a:pt x="1317245" y="218602"/>
                  </a:lnTo>
                  <a:lnTo>
                    <a:pt x="1317251" y="218602"/>
                  </a:lnTo>
                  <a:lnTo>
                    <a:pt x="1317353" y="334558"/>
                  </a:lnTo>
                  <a:cubicBezTo>
                    <a:pt x="1317353" y="341357"/>
                    <a:pt x="1322329" y="346888"/>
                    <a:pt x="1328459" y="346888"/>
                  </a:cubicBezTo>
                  <a:lnTo>
                    <a:pt x="1375223" y="346888"/>
                  </a:lnTo>
                  <a:cubicBezTo>
                    <a:pt x="1381340" y="346888"/>
                    <a:pt x="1386329" y="341357"/>
                    <a:pt x="1386329" y="334558"/>
                  </a:cubicBezTo>
                  <a:lnTo>
                    <a:pt x="1386329" y="218602"/>
                  </a:lnTo>
                  <a:lnTo>
                    <a:pt x="1386323" y="218602"/>
                  </a:lnTo>
                  <a:close/>
                  <a:moveTo>
                    <a:pt x="1151339" y="78"/>
                  </a:moveTo>
                  <a:lnTo>
                    <a:pt x="1000796" y="78"/>
                  </a:lnTo>
                  <a:cubicBezTo>
                    <a:pt x="994666" y="78"/>
                    <a:pt x="989683" y="5627"/>
                    <a:pt x="989683" y="12439"/>
                  </a:cubicBezTo>
                  <a:lnTo>
                    <a:pt x="989683" y="216448"/>
                  </a:lnTo>
                  <a:cubicBezTo>
                    <a:pt x="989683" y="223260"/>
                    <a:pt x="994659" y="228791"/>
                    <a:pt x="1000776" y="228791"/>
                  </a:cubicBezTo>
                  <a:lnTo>
                    <a:pt x="1047636" y="228791"/>
                  </a:lnTo>
                  <a:cubicBezTo>
                    <a:pt x="1053765" y="228791"/>
                    <a:pt x="1058742" y="223260"/>
                    <a:pt x="1058742" y="216448"/>
                  </a:cubicBezTo>
                  <a:lnTo>
                    <a:pt x="1058806" y="63274"/>
                  </a:lnTo>
                  <a:lnTo>
                    <a:pt x="1143597" y="63306"/>
                  </a:lnTo>
                  <a:cubicBezTo>
                    <a:pt x="1179420" y="63306"/>
                    <a:pt x="1208559" y="90412"/>
                    <a:pt x="1208559" y="123731"/>
                  </a:cubicBezTo>
                  <a:lnTo>
                    <a:pt x="1208559" y="235124"/>
                  </a:lnTo>
                  <a:cubicBezTo>
                    <a:pt x="1208559" y="268430"/>
                    <a:pt x="1179420" y="283634"/>
                    <a:pt x="1143597" y="283634"/>
                  </a:cubicBezTo>
                  <a:lnTo>
                    <a:pt x="989683" y="283793"/>
                  </a:lnTo>
                  <a:lnTo>
                    <a:pt x="989683" y="346983"/>
                  </a:lnTo>
                  <a:lnTo>
                    <a:pt x="1143597" y="346888"/>
                  </a:lnTo>
                  <a:cubicBezTo>
                    <a:pt x="1217498" y="346888"/>
                    <a:pt x="1277624" y="303310"/>
                    <a:pt x="1277624" y="235124"/>
                  </a:cubicBezTo>
                  <a:lnTo>
                    <a:pt x="1277624" y="123004"/>
                  </a:lnTo>
                  <a:cubicBezTo>
                    <a:pt x="1277624" y="57578"/>
                    <a:pt x="1222730" y="78"/>
                    <a:pt x="1151339" y="78"/>
                  </a:cubicBezTo>
                  <a:moveTo>
                    <a:pt x="1717026" y="227440"/>
                  </a:moveTo>
                  <a:cubicBezTo>
                    <a:pt x="1717026" y="224305"/>
                    <a:pt x="1717000" y="221094"/>
                    <a:pt x="1716694" y="217608"/>
                  </a:cubicBezTo>
                  <a:cubicBezTo>
                    <a:pt x="1713285" y="179077"/>
                    <a:pt x="1673575" y="149881"/>
                    <a:pt x="1631712" y="149881"/>
                  </a:cubicBezTo>
                  <a:lnTo>
                    <a:pt x="1527881" y="149881"/>
                  </a:lnTo>
                  <a:lnTo>
                    <a:pt x="1525218" y="149875"/>
                  </a:lnTo>
                  <a:cubicBezTo>
                    <a:pt x="1508587" y="149875"/>
                    <a:pt x="1495066" y="135137"/>
                    <a:pt x="1495066" y="117040"/>
                  </a:cubicBezTo>
                  <a:lnTo>
                    <a:pt x="1495168" y="93477"/>
                  </a:lnTo>
                  <a:cubicBezTo>
                    <a:pt x="1495168" y="76859"/>
                    <a:pt x="1509900" y="63331"/>
                    <a:pt x="1528002" y="63331"/>
                  </a:cubicBezTo>
                  <a:lnTo>
                    <a:pt x="1568980" y="63331"/>
                  </a:lnTo>
                  <a:lnTo>
                    <a:pt x="1569382" y="63344"/>
                  </a:lnTo>
                  <a:lnTo>
                    <a:pt x="1672932" y="63344"/>
                  </a:lnTo>
                  <a:cubicBezTo>
                    <a:pt x="1678227" y="63344"/>
                    <a:pt x="1682917" y="60260"/>
                    <a:pt x="1684599" y="55666"/>
                  </a:cubicBezTo>
                  <a:cubicBezTo>
                    <a:pt x="1685045" y="54443"/>
                    <a:pt x="1685261" y="53321"/>
                    <a:pt x="1685261" y="52238"/>
                  </a:cubicBezTo>
                  <a:lnTo>
                    <a:pt x="1685261" y="11184"/>
                  </a:lnTo>
                  <a:cubicBezTo>
                    <a:pt x="1685261" y="5054"/>
                    <a:pt x="1679731" y="90"/>
                    <a:pt x="1672932" y="90"/>
                  </a:cubicBezTo>
                  <a:lnTo>
                    <a:pt x="1511391" y="109"/>
                  </a:lnTo>
                  <a:cubicBezTo>
                    <a:pt x="1464583" y="109"/>
                    <a:pt x="1425943" y="35442"/>
                    <a:pt x="1425943" y="78841"/>
                  </a:cubicBezTo>
                  <a:lnTo>
                    <a:pt x="1425950" y="127955"/>
                  </a:lnTo>
                  <a:cubicBezTo>
                    <a:pt x="1425950" y="174770"/>
                    <a:pt x="1461276" y="212855"/>
                    <a:pt x="1504707" y="212855"/>
                  </a:cubicBezTo>
                  <a:lnTo>
                    <a:pt x="1617904" y="212855"/>
                  </a:lnTo>
                  <a:cubicBezTo>
                    <a:pt x="1634522" y="212855"/>
                    <a:pt x="1647896" y="227587"/>
                    <a:pt x="1647896" y="245695"/>
                  </a:cubicBezTo>
                  <a:lnTo>
                    <a:pt x="1647896" y="253571"/>
                  </a:lnTo>
                  <a:cubicBezTo>
                    <a:pt x="1647896" y="270195"/>
                    <a:pt x="1633324" y="283710"/>
                    <a:pt x="1615221" y="283710"/>
                  </a:cubicBezTo>
                  <a:lnTo>
                    <a:pt x="1438279" y="283710"/>
                  </a:lnTo>
                  <a:cubicBezTo>
                    <a:pt x="1432978" y="283710"/>
                    <a:pt x="1428288" y="286775"/>
                    <a:pt x="1426625" y="291344"/>
                  </a:cubicBezTo>
                  <a:cubicBezTo>
                    <a:pt x="1426160" y="292593"/>
                    <a:pt x="1425937" y="293727"/>
                    <a:pt x="1425937" y="294804"/>
                  </a:cubicBezTo>
                  <a:lnTo>
                    <a:pt x="1425937" y="335858"/>
                  </a:lnTo>
                  <a:cubicBezTo>
                    <a:pt x="1425937" y="341981"/>
                    <a:pt x="1431474" y="346964"/>
                    <a:pt x="1438279" y="346964"/>
                  </a:cubicBezTo>
                  <a:lnTo>
                    <a:pt x="1583113" y="346964"/>
                  </a:lnTo>
                  <a:lnTo>
                    <a:pt x="1632241" y="346939"/>
                  </a:lnTo>
                  <a:cubicBezTo>
                    <a:pt x="1679036" y="346939"/>
                    <a:pt x="1717026" y="311613"/>
                    <a:pt x="1717026" y="268169"/>
                  </a:cubicBezTo>
                  <a:lnTo>
                    <a:pt x="1717026" y="227440"/>
                  </a:lnTo>
                  <a:close/>
                  <a:moveTo>
                    <a:pt x="94179" y="63306"/>
                  </a:moveTo>
                  <a:lnTo>
                    <a:pt x="276199" y="63306"/>
                  </a:lnTo>
                  <a:cubicBezTo>
                    <a:pt x="282864" y="63306"/>
                    <a:pt x="288293" y="58425"/>
                    <a:pt x="288293" y="52423"/>
                  </a:cubicBezTo>
                  <a:lnTo>
                    <a:pt x="288293" y="10999"/>
                  </a:lnTo>
                  <a:cubicBezTo>
                    <a:pt x="288293" y="4984"/>
                    <a:pt x="283119" y="78"/>
                    <a:pt x="276199" y="78"/>
                  </a:cubicBezTo>
                  <a:lnTo>
                    <a:pt x="92911" y="78"/>
                  </a:lnTo>
                  <a:cubicBezTo>
                    <a:pt x="41878" y="78"/>
                    <a:pt x="352" y="38283"/>
                    <a:pt x="352" y="85346"/>
                  </a:cubicBezTo>
                  <a:lnTo>
                    <a:pt x="352" y="261721"/>
                  </a:lnTo>
                  <a:cubicBezTo>
                    <a:pt x="352" y="308765"/>
                    <a:pt x="41878" y="346983"/>
                    <a:pt x="92911" y="346983"/>
                  </a:cubicBezTo>
                  <a:lnTo>
                    <a:pt x="276199" y="346983"/>
                  </a:lnTo>
                  <a:cubicBezTo>
                    <a:pt x="282864" y="346983"/>
                    <a:pt x="288293" y="342096"/>
                    <a:pt x="288293" y="336094"/>
                  </a:cubicBezTo>
                  <a:lnTo>
                    <a:pt x="288293" y="294670"/>
                  </a:lnTo>
                  <a:cubicBezTo>
                    <a:pt x="288293" y="288668"/>
                    <a:pt x="282864" y="283793"/>
                    <a:pt x="276199" y="283793"/>
                  </a:cubicBezTo>
                  <a:lnTo>
                    <a:pt x="94179" y="283793"/>
                  </a:lnTo>
                  <a:cubicBezTo>
                    <a:pt x="80791" y="283793"/>
                    <a:pt x="69475" y="273184"/>
                    <a:pt x="69475" y="260631"/>
                  </a:cubicBezTo>
                  <a:lnTo>
                    <a:pt x="69475" y="212230"/>
                  </a:lnTo>
                  <a:lnTo>
                    <a:pt x="178333" y="212230"/>
                  </a:lnTo>
                  <a:cubicBezTo>
                    <a:pt x="184998" y="212230"/>
                    <a:pt x="190420" y="207337"/>
                    <a:pt x="190420" y="201334"/>
                  </a:cubicBezTo>
                  <a:lnTo>
                    <a:pt x="190420" y="160790"/>
                  </a:lnTo>
                  <a:cubicBezTo>
                    <a:pt x="190420" y="154775"/>
                    <a:pt x="184998" y="149881"/>
                    <a:pt x="178333" y="149881"/>
                  </a:cubicBezTo>
                  <a:lnTo>
                    <a:pt x="69475" y="149881"/>
                  </a:lnTo>
                  <a:lnTo>
                    <a:pt x="69475" y="86481"/>
                  </a:lnTo>
                  <a:cubicBezTo>
                    <a:pt x="69475" y="73915"/>
                    <a:pt x="80791" y="63306"/>
                    <a:pt x="94179" y="63306"/>
                  </a:cubicBezTo>
                  <a:moveTo>
                    <a:pt x="397068" y="63312"/>
                  </a:moveTo>
                  <a:lnTo>
                    <a:pt x="397068" y="334647"/>
                  </a:lnTo>
                  <a:cubicBezTo>
                    <a:pt x="397068" y="341446"/>
                    <a:pt x="392073" y="346977"/>
                    <a:pt x="385943" y="346977"/>
                  </a:cubicBezTo>
                  <a:lnTo>
                    <a:pt x="339026" y="346977"/>
                  </a:lnTo>
                  <a:cubicBezTo>
                    <a:pt x="332897" y="346977"/>
                    <a:pt x="327914" y="341446"/>
                    <a:pt x="327914" y="334647"/>
                  </a:cubicBezTo>
                  <a:lnTo>
                    <a:pt x="327914" y="12439"/>
                  </a:lnTo>
                  <a:cubicBezTo>
                    <a:pt x="327914" y="5627"/>
                    <a:pt x="332897" y="90"/>
                    <a:pt x="339026" y="90"/>
                  </a:cubicBezTo>
                  <a:lnTo>
                    <a:pt x="481840" y="90"/>
                  </a:lnTo>
                  <a:cubicBezTo>
                    <a:pt x="555736" y="90"/>
                    <a:pt x="615855" y="55558"/>
                    <a:pt x="615855" y="123756"/>
                  </a:cubicBezTo>
                  <a:lnTo>
                    <a:pt x="615855" y="335883"/>
                  </a:lnTo>
                  <a:cubicBezTo>
                    <a:pt x="615855" y="342007"/>
                    <a:pt x="610324" y="346977"/>
                    <a:pt x="603519" y="346977"/>
                  </a:cubicBezTo>
                  <a:lnTo>
                    <a:pt x="559119" y="346977"/>
                  </a:lnTo>
                  <a:cubicBezTo>
                    <a:pt x="552320" y="346977"/>
                    <a:pt x="546789" y="342007"/>
                    <a:pt x="546789" y="335883"/>
                  </a:cubicBezTo>
                  <a:lnTo>
                    <a:pt x="546789" y="123756"/>
                  </a:lnTo>
                  <a:cubicBezTo>
                    <a:pt x="546789" y="90450"/>
                    <a:pt x="517657" y="63344"/>
                    <a:pt x="481840" y="63344"/>
                  </a:cubicBezTo>
                  <a:lnTo>
                    <a:pt x="397068" y="63312"/>
                  </a:lnTo>
                  <a:close/>
                </a:path>
              </a:pathLst>
            </a:custGeom>
            <a:solidFill>
              <a:schemeClr val="bg1"/>
            </a:solidFill>
            <a:ln w="6362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1350"/>
            </a:p>
          </p:txBody>
        </p:sp>
      </p:grpSp>
      <p:pic>
        <p:nvPicPr>
          <p:cNvPr id="14" name="Graphique 13">
            <a:extLst>
              <a:ext uri="{FF2B5EF4-FFF2-40B4-BE49-F238E27FC236}">
                <a16:creationId xmlns:a16="http://schemas.microsoft.com/office/drawing/2014/main" id="{A119DBC6-FC34-4E05-BBA7-7C6B894C86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949"/>
          <a:stretch/>
        </p:blipFill>
        <p:spPr>
          <a:xfrm>
            <a:off x="0" y="2116912"/>
            <a:ext cx="9144000" cy="245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689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Document confidentiel - ne pas diffuser                          00 / 00 /2021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Sujet du document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0790" y="386422"/>
            <a:ext cx="7886700" cy="311624"/>
          </a:xfrm>
        </p:spPr>
        <p:txBody>
          <a:bodyPr anchor="b"/>
          <a:lstStyle>
            <a:lvl1pPr>
              <a:defRPr sz="2175" b="0" cap="all" baseline="0">
                <a:latin typeface="Enedis Light" pitchFamily="50" charset="0"/>
              </a:defRPr>
            </a:lvl1pPr>
          </a:lstStyle>
          <a:p>
            <a:r>
              <a:rPr lang="fr-FR"/>
              <a:t>sommaire</a:t>
            </a:r>
            <a:endParaRPr lang="en-US"/>
          </a:p>
        </p:txBody>
      </p: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333A2529-524E-424E-924E-41868CE076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9086" y="934436"/>
            <a:ext cx="1081121" cy="757708"/>
          </a:xfrm>
        </p:spPr>
        <p:txBody>
          <a:bodyPr/>
          <a:lstStyle>
            <a:lvl1pPr>
              <a:defRPr sz="4875">
                <a:solidFill>
                  <a:schemeClr val="tx2"/>
                </a:solidFill>
                <a:latin typeface="Enedis Black" pitchFamily="50" charset="0"/>
              </a:defRPr>
            </a:lvl1pPr>
          </a:lstStyle>
          <a:p>
            <a:pPr lvl="0"/>
            <a:r>
              <a:rPr lang="fr-FR"/>
              <a:t>01</a:t>
            </a:r>
          </a:p>
        </p:txBody>
      </p:sp>
      <p:sp>
        <p:nvSpPr>
          <p:cNvPr id="22" name="Espace réservé du graphique SmartArt 11">
            <a:extLst>
              <a:ext uri="{FF2B5EF4-FFF2-40B4-BE49-F238E27FC236}">
                <a16:creationId xmlns:a16="http://schemas.microsoft.com/office/drawing/2014/main" id="{A4741A7F-2E50-495A-917A-7B763C6DA07E}"/>
              </a:ext>
            </a:extLst>
          </p:cNvPr>
          <p:cNvSpPr>
            <a:spLocks noGrp="1"/>
          </p:cNvSpPr>
          <p:nvPr>
            <p:ph type="dgm" sz="quarter" idx="14"/>
          </p:nvPr>
        </p:nvSpPr>
        <p:spPr>
          <a:xfrm>
            <a:off x="612577" y="1633966"/>
            <a:ext cx="261765" cy="35485"/>
          </a:xfrm>
          <a:solidFill>
            <a:schemeClr val="accent4"/>
          </a:solidFill>
        </p:spPr>
        <p:txBody>
          <a:bodyPr>
            <a:noAutofit/>
          </a:bodyPr>
          <a:lstStyle>
            <a:lvl1pPr>
              <a:defRPr sz="100">
                <a:noFill/>
              </a:defRPr>
            </a:lvl1pPr>
          </a:lstStyle>
          <a:p>
            <a:endParaRPr lang="fr-FR"/>
          </a:p>
        </p:txBody>
      </p:sp>
      <p:sp>
        <p:nvSpPr>
          <p:cNvPr id="23" name="Espace réservé du texte 13">
            <a:extLst>
              <a:ext uri="{FF2B5EF4-FFF2-40B4-BE49-F238E27FC236}">
                <a16:creationId xmlns:a16="http://schemas.microsoft.com/office/drawing/2014/main" id="{1BF9193B-B2D7-4C09-A23D-F377355B7F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98" y="1807496"/>
            <a:ext cx="1946075" cy="384657"/>
          </a:xfrm>
        </p:spPr>
        <p:txBody>
          <a:bodyPr/>
          <a:lstStyle>
            <a:lvl1pPr>
              <a:lnSpc>
                <a:spcPct val="101000"/>
              </a:lnSpc>
              <a:tabLst>
                <a:tab pos="200025" algn="l"/>
              </a:tabLst>
              <a:defRPr sz="750">
                <a:solidFill>
                  <a:schemeClr val="tx2"/>
                </a:solidFill>
                <a:latin typeface="Enedis Light" pitchFamily="50" charset="0"/>
              </a:defRPr>
            </a:lvl1pPr>
            <a:lvl2pPr marL="0" indent="0">
              <a:lnSpc>
                <a:spcPct val="101000"/>
              </a:lnSpc>
              <a:spcAft>
                <a:spcPts val="450"/>
              </a:spcAft>
              <a:buNone/>
              <a:defRPr sz="975" b="1">
                <a:solidFill>
                  <a:schemeClr val="tx2"/>
                </a:solidFill>
                <a:latin typeface="+mj-lt"/>
              </a:defRPr>
            </a:lvl2pPr>
          </a:lstStyle>
          <a:p>
            <a:pPr lvl="0"/>
            <a:r>
              <a:rPr lang="fr-FR"/>
              <a:t>1.1	 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endParaRPr lang="fr-FR"/>
          </a:p>
          <a:p>
            <a:pPr lvl="0"/>
            <a:r>
              <a:rPr lang="fr-FR"/>
              <a:t>1.2</a:t>
            </a:r>
          </a:p>
          <a:p>
            <a:pPr lvl="1"/>
            <a:r>
              <a:rPr lang="fr-FR"/>
              <a:t>Lorem ipsum </a:t>
            </a:r>
          </a:p>
        </p:txBody>
      </p:sp>
      <p:sp>
        <p:nvSpPr>
          <p:cNvPr id="20" name="Espace réservé du texte 9">
            <a:extLst>
              <a:ext uri="{FF2B5EF4-FFF2-40B4-BE49-F238E27FC236}">
                <a16:creationId xmlns:a16="http://schemas.microsoft.com/office/drawing/2014/main" id="{C874C626-45C1-4869-80A0-9802D226AF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19355" y="934436"/>
            <a:ext cx="1081121" cy="757708"/>
          </a:xfrm>
        </p:spPr>
        <p:txBody>
          <a:bodyPr/>
          <a:lstStyle>
            <a:lvl1pPr>
              <a:defRPr sz="4875">
                <a:solidFill>
                  <a:schemeClr val="tx2"/>
                </a:solidFill>
                <a:latin typeface="Enedis Black" pitchFamily="50" charset="0"/>
              </a:defRPr>
            </a:lvl1pPr>
          </a:lstStyle>
          <a:p>
            <a:pPr lvl="0"/>
            <a:r>
              <a:rPr lang="fr-FR"/>
              <a:t>02</a:t>
            </a:r>
          </a:p>
        </p:txBody>
      </p:sp>
      <p:sp>
        <p:nvSpPr>
          <p:cNvPr id="33" name="Espace réservé du graphique SmartArt 11">
            <a:extLst>
              <a:ext uri="{FF2B5EF4-FFF2-40B4-BE49-F238E27FC236}">
                <a16:creationId xmlns:a16="http://schemas.microsoft.com/office/drawing/2014/main" id="{1575C659-8717-45D7-AD17-F5BE89E96DE2}"/>
              </a:ext>
            </a:extLst>
          </p:cNvPr>
          <p:cNvSpPr>
            <a:spLocks noGrp="1"/>
          </p:cNvSpPr>
          <p:nvPr>
            <p:ph type="dgm" sz="quarter" idx="17"/>
          </p:nvPr>
        </p:nvSpPr>
        <p:spPr>
          <a:xfrm>
            <a:off x="2762846" y="1633966"/>
            <a:ext cx="261765" cy="35485"/>
          </a:xfrm>
          <a:solidFill>
            <a:schemeClr val="accent2"/>
          </a:solidFill>
        </p:spPr>
        <p:txBody>
          <a:bodyPr>
            <a:noAutofit/>
          </a:bodyPr>
          <a:lstStyle>
            <a:lvl1pPr>
              <a:defRPr sz="100">
                <a:noFill/>
              </a:defRPr>
            </a:lvl1pPr>
          </a:lstStyle>
          <a:p>
            <a:endParaRPr lang="fr-FR"/>
          </a:p>
        </p:txBody>
      </p:sp>
      <p:sp>
        <p:nvSpPr>
          <p:cNvPr id="34" name="Espace réservé du texte 13">
            <a:extLst>
              <a:ext uri="{FF2B5EF4-FFF2-40B4-BE49-F238E27FC236}">
                <a16:creationId xmlns:a16="http://schemas.microsoft.com/office/drawing/2014/main" id="{CC49C434-2CBF-4EE6-887C-B670156BAE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9867" y="1807496"/>
            <a:ext cx="1946075" cy="384657"/>
          </a:xfrm>
        </p:spPr>
        <p:txBody>
          <a:bodyPr/>
          <a:lstStyle>
            <a:lvl1pPr>
              <a:lnSpc>
                <a:spcPct val="101000"/>
              </a:lnSpc>
              <a:tabLst>
                <a:tab pos="200025" algn="l"/>
              </a:tabLst>
              <a:defRPr sz="750">
                <a:solidFill>
                  <a:schemeClr val="tx2"/>
                </a:solidFill>
                <a:latin typeface="Enedis Light" pitchFamily="50" charset="0"/>
              </a:defRPr>
            </a:lvl1pPr>
            <a:lvl2pPr marL="0" indent="0">
              <a:lnSpc>
                <a:spcPct val="101000"/>
              </a:lnSpc>
              <a:spcAft>
                <a:spcPts val="450"/>
              </a:spcAft>
              <a:buNone/>
              <a:defRPr sz="975" b="1">
                <a:solidFill>
                  <a:schemeClr val="tx2"/>
                </a:solidFill>
                <a:latin typeface="+mj-lt"/>
              </a:defRPr>
            </a:lvl2pPr>
          </a:lstStyle>
          <a:p>
            <a:pPr lvl="0"/>
            <a:r>
              <a:rPr lang="fr-FR"/>
              <a:t>2.1	 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endParaRPr lang="fr-FR"/>
          </a:p>
          <a:p>
            <a:pPr lvl="0"/>
            <a:r>
              <a:rPr lang="fr-FR"/>
              <a:t>1.2</a:t>
            </a:r>
          </a:p>
          <a:p>
            <a:pPr lvl="1"/>
            <a:r>
              <a:rPr lang="fr-FR"/>
              <a:t>Lorem ipsum </a:t>
            </a:r>
          </a:p>
        </p:txBody>
      </p:sp>
      <p:sp>
        <p:nvSpPr>
          <p:cNvPr id="35" name="Espace réservé du texte 9">
            <a:extLst>
              <a:ext uri="{FF2B5EF4-FFF2-40B4-BE49-F238E27FC236}">
                <a16:creationId xmlns:a16="http://schemas.microsoft.com/office/drawing/2014/main" id="{B07ED754-1EDD-4CED-A1B6-D7DA04EEBE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69624" y="934436"/>
            <a:ext cx="1081121" cy="757708"/>
          </a:xfrm>
        </p:spPr>
        <p:txBody>
          <a:bodyPr/>
          <a:lstStyle>
            <a:lvl1pPr>
              <a:defRPr sz="4875">
                <a:solidFill>
                  <a:schemeClr val="tx2"/>
                </a:solidFill>
                <a:latin typeface="Enedis Black" pitchFamily="50" charset="0"/>
              </a:defRPr>
            </a:lvl1pPr>
          </a:lstStyle>
          <a:p>
            <a:pPr lvl="0"/>
            <a:r>
              <a:rPr lang="fr-FR"/>
              <a:t>03</a:t>
            </a:r>
          </a:p>
        </p:txBody>
      </p:sp>
      <p:sp>
        <p:nvSpPr>
          <p:cNvPr id="36" name="Espace réservé du graphique SmartArt 11">
            <a:extLst>
              <a:ext uri="{FF2B5EF4-FFF2-40B4-BE49-F238E27FC236}">
                <a16:creationId xmlns:a16="http://schemas.microsoft.com/office/drawing/2014/main" id="{D76339D7-380A-4CAD-8DC6-F87ABD51F4C2}"/>
              </a:ext>
            </a:extLst>
          </p:cNvPr>
          <p:cNvSpPr>
            <a:spLocks noGrp="1"/>
          </p:cNvSpPr>
          <p:nvPr>
            <p:ph type="dgm" sz="quarter" idx="20"/>
          </p:nvPr>
        </p:nvSpPr>
        <p:spPr>
          <a:xfrm>
            <a:off x="4913114" y="1633966"/>
            <a:ext cx="261765" cy="35485"/>
          </a:xfrm>
          <a:solidFill>
            <a:schemeClr val="accent1"/>
          </a:solidFill>
        </p:spPr>
        <p:txBody>
          <a:bodyPr>
            <a:noAutofit/>
          </a:bodyPr>
          <a:lstStyle>
            <a:lvl1pPr>
              <a:defRPr sz="100">
                <a:noFill/>
              </a:defRPr>
            </a:lvl1pPr>
          </a:lstStyle>
          <a:p>
            <a:endParaRPr lang="fr-FR"/>
          </a:p>
        </p:txBody>
      </p:sp>
      <p:sp>
        <p:nvSpPr>
          <p:cNvPr id="37" name="Espace réservé du texte 13">
            <a:extLst>
              <a:ext uri="{FF2B5EF4-FFF2-40B4-BE49-F238E27FC236}">
                <a16:creationId xmlns:a16="http://schemas.microsoft.com/office/drawing/2014/main" id="{3794E4C0-570C-43AC-9B90-033E52E41D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10136" y="1807496"/>
            <a:ext cx="1946075" cy="384657"/>
          </a:xfrm>
        </p:spPr>
        <p:txBody>
          <a:bodyPr/>
          <a:lstStyle>
            <a:lvl1pPr>
              <a:lnSpc>
                <a:spcPct val="101000"/>
              </a:lnSpc>
              <a:tabLst>
                <a:tab pos="200025" algn="l"/>
              </a:tabLst>
              <a:defRPr sz="750">
                <a:solidFill>
                  <a:schemeClr val="tx2"/>
                </a:solidFill>
                <a:latin typeface="Enedis Light" pitchFamily="50" charset="0"/>
              </a:defRPr>
            </a:lvl1pPr>
            <a:lvl2pPr marL="0" indent="0">
              <a:lnSpc>
                <a:spcPct val="101000"/>
              </a:lnSpc>
              <a:spcAft>
                <a:spcPts val="450"/>
              </a:spcAft>
              <a:buNone/>
              <a:defRPr sz="975" b="1">
                <a:solidFill>
                  <a:schemeClr val="tx2"/>
                </a:solidFill>
                <a:latin typeface="+mj-lt"/>
              </a:defRPr>
            </a:lvl2pPr>
          </a:lstStyle>
          <a:p>
            <a:pPr lvl="0"/>
            <a:r>
              <a:rPr lang="fr-FR"/>
              <a:t>3.1	 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endParaRPr lang="fr-FR"/>
          </a:p>
          <a:p>
            <a:pPr lvl="0"/>
            <a:r>
              <a:rPr lang="fr-FR"/>
              <a:t>1.2</a:t>
            </a:r>
          </a:p>
          <a:p>
            <a:pPr lvl="1"/>
            <a:r>
              <a:rPr lang="fr-FR"/>
              <a:t>Lorem ipsum </a:t>
            </a:r>
          </a:p>
        </p:txBody>
      </p:sp>
      <p:sp>
        <p:nvSpPr>
          <p:cNvPr id="38" name="Espace réservé du texte 9">
            <a:extLst>
              <a:ext uri="{FF2B5EF4-FFF2-40B4-BE49-F238E27FC236}">
                <a16:creationId xmlns:a16="http://schemas.microsoft.com/office/drawing/2014/main" id="{B3FD27EA-E9C9-4E24-8811-EFBEAC1E528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19893" y="934436"/>
            <a:ext cx="1081121" cy="757708"/>
          </a:xfrm>
        </p:spPr>
        <p:txBody>
          <a:bodyPr/>
          <a:lstStyle>
            <a:lvl1pPr>
              <a:defRPr sz="4875">
                <a:solidFill>
                  <a:schemeClr val="tx2"/>
                </a:solidFill>
                <a:latin typeface="Enedis Black" pitchFamily="50" charset="0"/>
              </a:defRPr>
            </a:lvl1pPr>
          </a:lstStyle>
          <a:p>
            <a:pPr lvl="0"/>
            <a:r>
              <a:rPr lang="fr-FR"/>
              <a:t>04</a:t>
            </a:r>
          </a:p>
        </p:txBody>
      </p:sp>
      <p:sp>
        <p:nvSpPr>
          <p:cNvPr id="39" name="Espace réservé du graphique SmartArt 11">
            <a:extLst>
              <a:ext uri="{FF2B5EF4-FFF2-40B4-BE49-F238E27FC236}">
                <a16:creationId xmlns:a16="http://schemas.microsoft.com/office/drawing/2014/main" id="{5B9C1650-E33A-490E-97E5-3BB054BA4C58}"/>
              </a:ext>
            </a:extLst>
          </p:cNvPr>
          <p:cNvSpPr>
            <a:spLocks noGrp="1"/>
          </p:cNvSpPr>
          <p:nvPr>
            <p:ph type="dgm" sz="quarter" idx="23"/>
          </p:nvPr>
        </p:nvSpPr>
        <p:spPr>
          <a:xfrm>
            <a:off x="7063383" y="1633966"/>
            <a:ext cx="261765" cy="35485"/>
          </a:xfrm>
          <a:solidFill>
            <a:srgbClr val="1D80D1"/>
          </a:solidFill>
        </p:spPr>
        <p:txBody>
          <a:bodyPr>
            <a:noAutofit/>
          </a:bodyPr>
          <a:lstStyle>
            <a:lvl1pPr>
              <a:defRPr sz="100">
                <a:noFill/>
              </a:defRPr>
            </a:lvl1pPr>
          </a:lstStyle>
          <a:p>
            <a:endParaRPr lang="fr-FR"/>
          </a:p>
        </p:txBody>
      </p:sp>
      <p:sp>
        <p:nvSpPr>
          <p:cNvPr id="40" name="Espace réservé du texte 13">
            <a:extLst>
              <a:ext uri="{FF2B5EF4-FFF2-40B4-BE49-F238E27FC236}">
                <a16:creationId xmlns:a16="http://schemas.microsoft.com/office/drawing/2014/main" id="{6CAC93EF-2024-4B0D-90A8-AE4CD90E3C6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060405" y="1807496"/>
            <a:ext cx="1946075" cy="384657"/>
          </a:xfrm>
        </p:spPr>
        <p:txBody>
          <a:bodyPr/>
          <a:lstStyle>
            <a:lvl1pPr>
              <a:lnSpc>
                <a:spcPct val="101000"/>
              </a:lnSpc>
              <a:tabLst>
                <a:tab pos="200025" algn="l"/>
              </a:tabLst>
              <a:defRPr sz="750">
                <a:solidFill>
                  <a:schemeClr val="tx2"/>
                </a:solidFill>
                <a:latin typeface="Enedis Light" pitchFamily="50" charset="0"/>
              </a:defRPr>
            </a:lvl1pPr>
            <a:lvl2pPr marL="0" indent="0">
              <a:lnSpc>
                <a:spcPct val="101000"/>
              </a:lnSpc>
              <a:spcAft>
                <a:spcPts val="450"/>
              </a:spcAft>
              <a:buNone/>
              <a:defRPr sz="975" b="1">
                <a:solidFill>
                  <a:schemeClr val="tx2"/>
                </a:solidFill>
                <a:latin typeface="+mj-lt"/>
              </a:defRPr>
            </a:lvl2pPr>
          </a:lstStyle>
          <a:p>
            <a:pPr lvl="0"/>
            <a:r>
              <a:rPr lang="fr-FR"/>
              <a:t>4.1	 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endParaRPr lang="fr-FR"/>
          </a:p>
          <a:p>
            <a:pPr lvl="0"/>
            <a:r>
              <a:rPr lang="fr-FR"/>
              <a:t>1.2</a:t>
            </a:r>
          </a:p>
          <a:p>
            <a:pPr lvl="1"/>
            <a:r>
              <a:rPr lang="fr-FR"/>
              <a:t>Lorem ipsum </a:t>
            </a:r>
          </a:p>
        </p:txBody>
      </p:sp>
      <p:sp>
        <p:nvSpPr>
          <p:cNvPr id="41" name="Espace réservé du texte 9">
            <a:extLst>
              <a:ext uri="{FF2B5EF4-FFF2-40B4-BE49-F238E27FC236}">
                <a16:creationId xmlns:a16="http://schemas.microsoft.com/office/drawing/2014/main" id="{6DC5F123-E1B0-40B1-B95D-C900AF328AA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69086" y="2694850"/>
            <a:ext cx="1081121" cy="757708"/>
          </a:xfrm>
        </p:spPr>
        <p:txBody>
          <a:bodyPr/>
          <a:lstStyle>
            <a:lvl1pPr>
              <a:defRPr sz="4875">
                <a:solidFill>
                  <a:schemeClr val="tx2"/>
                </a:solidFill>
                <a:latin typeface="Enedis Black" pitchFamily="50" charset="0"/>
              </a:defRPr>
            </a:lvl1pPr>
          </a:lstStyle>
          <a:p>
            <a:pPr lvl="0"/>
            <a:r>
              <a:rPr lang="fr-FR"/>
              <a:t>05</a:t>
            </a:r>
          </a:p>
        </p:txBody>
      </p:sp>
      <p:sp>
        <p:nvSpPr>
          <p:cNvPr id="42" name="Espace réservé du graphique SmartArt 11">
            <a:extLst>
              <a:ext uri="{FF2B5EF4-FFF2-40B4-BE49-F238E27FC236}">
                <a16:creationId xmlns:a16="http://schemas.microsoft.com/office/drawing/2014/main" id="{9BEDF3BA-F00A-4514-A432-A0E832836261}"/>
              </a:ext>
            </a:extLst>
          </p:cNvPr>
          <p:cNvSpPr>
            <a:spLocks noGrp="1"/>
          </p:cNvSpPr>
          <p:nvPr>
            <p:ph type="dgm" sz="quarter" idx="26"/>
          </p:nvPr>
        </p:nvSpPr>
        <p:spPr>
          <a:xfrm>
            <a:off x="612577" y="3394380"/>
            <a:ext cx="261765" cy="35485"/>
          </a:xfrm>
          <a:solidFill>
            <a:schemeClr val="accent5"/>
          </a:solidFill>
        </p:spPr>
        <p:txBody>
          <a:bodyPr>
            <a:noAutofit/>
          </a:bodyPr>
          <a:lstStyle>
            <a:lvl1pPr>
              <a:defRPr sz="100">
                <a:noFill/>
              </a:defRPr>
            </a:lvl1pPr>
          </a:lstStyle>
          <a:p>
            <a:endParaRPr lang="fr-FR"/>
          </a:p>
        </p:txBody>
      </p:sp>
      <p:sp>
        <p:nvSpPr>
          <p:cNvPr id="43" name="Espace réservé du texte 13">
            <a:extLst>
              <a:ext uri="{FF2B5EF4-FFF2-40B4-BE49-F238E27FC236}">
                <a16:creationId xmlns:a16="http://schemas.microsoft.com/office/drawing/2014/main" id="{EEF505F8-687B-4B5F-A320-CBD06625D2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598" y="3567910"/>
            <a:ext cx="1946075" cy="384657"/>
          </a:xfrm>
        </p:spPr>
        <p:txBody>
          <a:bodyPr/>
          <a:lstStyle>
            <a:lvl1pPr>
              <a:lnSpc>
                <a:spcPct val="101000"/>
              </a:lnSpc>
              <a:tabLst>
                <a:tab pos="200025" algn="l"/>
              </a:tabLst>
              <a:defRPr sz="750">
                <a:solidFill>
                  <a:schemeClr val="tx2"/>
                </a:solidFill>
                <a:latin typeface="Enedis Light" pitchFamily="50" charset="0"/>
              </a:defRPr>
            </a:lvl1pPr>
            <a:lvl2pPr marL="0" indent="0">
              <a:lnSpc>
                <a:spcPct val="101000"/>
              </a:lnSpc>
              <a:spcAft>
                <a:spcPts val="450"/>
              </a:spcAft>
              <a:buNone/>
              <a:defRPr sz="975" b="1">
                <a:solidFill>
                  <a:schemeClr val="tx2"/>
                </a:solidFill>
                <a:latin typeface="+mj-lt"/>
              </a:defRPr>
            </a:lvl2pPr>
          </a:lstStyle>
          <a:p>
            <a:pPr lvl="0"/>
            <a:r>
              <a:rPr lang="fr-FR"/>
              <a:t>5.1	 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endParaRPr lang="fr-FR"/>
          </a:p>
          <a:p>
            <a:pPr lvl="0"/>
            <a:r>
              <a:rPr lang="fr-FR"/>
              <a:t>1.2</a:t>
            </a:r>
          </a:p>
          <a:p>
            <a:pPr lvl="1"/>
            <a:r>
              <a:rPr lang="fr-FR"/>
              <a:t>Lorem ipsum </a:t>
            </a:r>
          </a:p>
        </p:txBody>
      </p:sp>
      <p:sp>
        <p:nvSpPr>
          <p:cNvPr id="44" name="Espace réservé du texte 9">
            <a:extLst>
              <a:ext uri="{FF2B5EF4-FFF2-40B4-BE49-F238E27FC236}">
                <a16:creationId xmlns:a16="http://schemas.microsoft.com/office/drawing/2014/main" id="{16973B62-3419-4129-A2E6-4F7715103E2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19355" y="2694850"/>
            <a:ext cx="1081121" cy="757708"/>
          </a:xfrm>
        </p:spPr>
        <p:txBody>
          <a:bodyPr/>
          <a:lstStyle>
            <a:lvl1pPr>
              <a:defRPr sz="4875">
                <a:solidFill>
                  <a:schemeClr val="tx2"/>
                </a:solidFill>
                <a:latin typeface="Enedis Black" pitchFamily="50" charset="0"/>
              </a:defRPr>
            </a:lvl1pPr>
          </a:lstStyle>
          <a:p>
            <a:pPr lvl="0"/>
            <a:r>
              <a:rPr lang="fr-FR"/>
              <a:t>06</a:t>
            </a:r>
          </a:p>
        </p:txBody>
      </p:sp>
      <p:sp>
        <p:nvSpPr>
          <p:cNvPr id="45" name="Espace réservé du graphique SmartArt 11">
            <a:extLst>
              <a:ext uri="{FF2B5EF4-FFF2-40B4-BE49-F238E27FC236}">
                <a16:creationId xmlns:a16="http://schemas.microsoft.com/office/drawing/2014/main" id="{F5251D23-12DD-4A77-B2F1-63D7461C418B}"/>
              </a:ext>
            </a:extLst>
          </p:cNvPr>
          <p:cNvSpPr>
            <a:spLocks noGrp="1"/>
          </p:cNvSpPr>
          <p:nvPr>
            <p:ph type="dgm" sz="quarter" idx="29"/>
          </p:nvPr>
        </p:nvSpPr>
        <p:spPr>
          <a:xfrm>
            <a:off x="2762846" y="3394380"/>
            <a:ext cx="261765" cy="35485"/>
          </a:xfrm>
          <a:solidFill>
            <a:srgbClr val="41A67E"/>
          </a:solidFill>
        </p:spPr>
        <p:txBody>
          <a:bodyPr>
            <a:noAutofit/>
          </a:bodyPr>
          <a:lstStyle>
            <a:lvl1pPr>
              <a:defRPr sz="100">
                <a:noFill/>
              </a:defRPr>
            </a:lvl1pPr>
          </a:lstStyle>
          <a:p>
            <a:endParaRPr lang="fr-FR"/>
          </a:p>
        </p:txBody>
      </p:sp>
      <p:sp>
        <p:nvSpPr>
          <p:cNvPr id="46" name="Espace réservé du texte 13">
            <a:extLst>
              <a:ext uri="{FF2B5EF4-FFF2-40B4-BE49-F238E27FC236}">
                <a16:creationId xmlns:a16="http://schemas.microsoft.com/office/drawing/2014/main" id="{575B7750-B561-46E8-9C6B-13A8CB98B6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759867" y="3567910"/>
            <a:ext cx="1946075" cy="384657"/>
          </a:xfrm>
        </p:spPr>
        <p:txBody>
          <a:bodyPr/>
          <a:lstStyle>
            <a:lvl1pPr>
              <a:lnSpc>
                <a:spcPct val="101000"/>
              </a:lnSpc>
              <a:tabLst>
                <a:tab pos="200025" algn="l"/>
              </a:tabLst>
              <a:defRPr sz="750">
                <a:solidFill>
                  <a:schemeClr val="tx2"/>
                </a:solidFill>
                <a:latin typeface="Enedis Light" pitchFamily="50" charset="0"/>
              </a:defRPr>
            </a:lvl1pPr>
            <a:lvl2pPr marL="0" indent="0">
              <a:lnSpc>
                <a:spcPct val="101000"/>
              </a:lnSpc>
              <a:spcAft>
                <a:spcPts val="450"/>
              </a:spcAft>
              <a:buNone/>
              <a:defRPr sz="975" b="1">
                <a:solidFill>
                  <a:schemeClr val="tx2"/>
                </a:solidFill>
                <a:latin typeface="+mj-lt"/>
              </a:defRPr>
            </a:lvl2pPr>
          </a:lstStyle>
          <a:p>
            <a:pPr lvl="0"/>
            <a:r>
              <a:rPr lang="fr-FR"/>
              <a:t>6.1	 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endParaRPr lang="fr-FR"/>
          </a:p>
          <a:p>
            <a:pPr lvl="0"/>
            <a:r>
              <a:rPr lang="fr-FR"/>
              <a:t>1.2</a:t>
            </a:r>
          </a:p>
          <a:p>
            <a:pPr lvl="1"/>
            <a:r>
              <a:rPr lang="fr-FR"/>
              <a:t>Lorem ipsum </a:t>
            </a:r>
          </a:p>
        </p:txBody>
      </p:sp>
      <p:sp>
        <p:nvSpPr>
          <p:cNvPr id="47" name="Espace réservé du texte 9">
            <a:extLst>
              <a:ext uri="{FF2B5EF4-FFF2-40B4-BE49-F238E27FC236}">
                <a16:creationId xmlns:a16="http://schemas.microsoft.com/office/drawing/2014/main" id="{AC9DFC03-9E7B-4C05-9638-1F101542EBA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69624" y="2694850"/>
            <a:ext cx="1081121" cy="757708"/>
          </a:xfrm>
        </p:spPr>
        <p:txBody>
          <a:bodyPr/>
          <a:lstStyle>
            <a:lvl1pPr>
              <a:defRPr sz="4875">
                <a:solidFill>
                  <a:schemeClr val="tx2"/>
                </a:solidFill>
                <a:latin typeface="Enedis Black" pitchFamily="50" charset="0"/>
              </a:defRPr>
            </a:lvl1pPr>
          </a:lstStyle>
          <a:p>
            <a:pPr lvl="0"/>
            <a:r>
              <a:rPr lang="fr-FR"/>
              <a:t>07</a:t>
            </a:r>
          </a:p>
        </p:txBody>
      </p:sp>
      <p:sp>
        <p:nvSpPr>
          <p:cNvPr id="48" name="Espace réservé du graphique SmartArt 11">
            <a:extLst>
              <a:ext uri="{FF2B5EF4-FFF2-40B4-BE49-F238E27FC236}">
                <a16:creationId xmlns:a16="http://schemas.microsoft.com/office/drawing/2014/main" id="{BD654057-923B-4E41-9B3A-2265447B2DA0}"/>
              </a:ext>
            </a:extLst>
          </p:cNvPr>
          <p:cNvSpPr>
            <a:spLocks noGrp="1"/>
          </p:cNvSpPr>
          <p:nvPr>
            <p:ph type="dgm" sz="quarter" idx="32"/>
          </p:nvPr>
        </p:nvSpPr>
        <p:spPr>
          <a:xfrm>
            <a:off x="4913114" y="3394380"/>
            <a:ext cx="261765" cy="35485"/>
          </a:xfrm>
          <a:solidFill>
            <a:srgbClr val="C8AF87"/>
          </a:solidFill>
        </p:spPr>
        <p:txBody>
          <a:bodyPr>
            <a:noAutofit/>
          </a:bodyPr>
          <a:lstStyle>
            <a:lvl1pPr>
              <a:defRPr sz="100">
                <a:noFill/>
              </a:defRPr>
            </a:lvl1pPr>
          </a:lstStyle>
          <a:p>
            <a:endParaRPr lang="fr-FR"/>
          </a:p>
        </p:txBody>
      </p:sp>
      <p:sp>
        <p:nvSpPr>
          <p:cNvPr id="49" name="Espace réservé du texte 13">
            <a:extLst>
              <a:ext uri="{FF2B5EF4-FFF2-40B4-BE49-F238E27FC236}">
                <a16:creationId xmlns:a16="http://schemas.microsoft.com/office/drawing/2014/main" id="{E6554B18-892E-447C-83A8-74996E0AF30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910136" y="3567910"/>
            <a:ext cx="1946075" cy="384657"/>
          </a:xfrm>
        </p:spPr>
        <p:txBody>
          <a:bodyPr/>
          <a:lstStyle>
            <a:lvl1pPr>
              <a:lnSpc>
                <a:spcPct val="101000"/>
              </a:lnSpc>
              <a:tabLst>
                <a:tab pos="200025" algn="l"/>
              </a:tabLst>
              <a:defRPr sz="750">
                <a:solidFill>
                  <a:schemeClr val="tx2"/>
                </a:solidFill>
                <a:latin typeface="Enedis Light" pitchFamily="50" charset="0"/>
              </a:defRPr>
            </a:lvl1pPr>
            <a:lvl2pPr marL="0" indent="0">
              <a:lnSpc>
                <a:spcPct val="101000"/>
              </a:lnSpc>
              <a:spcAft>
                <a:spcPts val="450"/>
              </a:spcAft>
              <a:buNone/>
              <a:defRPr sz="975" b="1">
                <a:solidFill>
                  <a:schemeClr val="tx2"/>
                </a:solidFill>
                <a:latin typeface="+mj-lt"/>
              </a:defRPr>
            </a:lvl2pPr>
          </a:lstStyle>
          <a:p>
            <a:pPr lvl="0"/>
            <a:r>
              <a:rPr lang="fr-FR"/>
              <a:t>7.1	 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endParaRPr lang="fr-FR"/>
          </a:p>
          <a:p>
            <a:pPr lvl="0"/>
            <a:r>
              <a:rPr lang="fr-FR"/>
              <a:t>1.2</a:t>
            </a:r>
          </a:p>
          <a:p>
            <a:pPr lvl="1"/>
            <a:r>
              <a:rPr lang="fr-FR"/>
              <a:t>Lorem ipsum </a:t>
            </a:r>
          </a:p>
        </p:txBody>
      </p:sp>
      <p:sp>
        <p:nvSpPr>
          <p:cNvPr id="50" name="Espace réservé du texte 9">
            <a:extLst>
              <a:ext uri="{FF2B5EF4-FFF2-40B4-BE49-F238E27FC236}">
                <a16:creationId xmlns:a16="http://schemas.microsoft.com/office/drawing/2014/main" id="{A562011F-95DD-4B3E-9FA5-C856AAC67EE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019893" y="2694850"/>
            <a:ext cx="1081121" cy="757708"/>
          </a:xfrm>
        </p:spPr>
        <p:txBody>
          <a:bodyPr/>
          <a:lstStyle>
            <a:lvl1pPr>
              <a:defRPr sz="4875">
                <a:solidFill>
                  <a:schemeClr val="tx2"/>
                </a:solidFill>
                <a:latin typeface="Enedis Black" pitchFamily="50" charset="0"/>
              </a:defRPr>
            </a:lvl1pPr>
          </a:lstStyle>
          <a:p>
            <a:pPr lvl="0"/>
            <a:r>
              <a:rPr lang="fr-FR"/>
              <a:t>08</a:t>
            </a:r>
          </a:p>
        </p:txBody>
      </p:sp>
      <p:sp>
        <p:nvSpPr>
          <p:cNvPr id="51" name="Espace réservé du graphique SmartArt 11">
            <a:extLst>
              <a:ext uri="{FF2B5EF4-FFF2-40B4-BE49-F238E27FC236}">
                <a16:creationId xmlns:a16="http://schemas.microsoft.com/office/drawing/2014/main" id="{8888B22D-3F45-4EBB-BC4F-CE8ED1B58C86}"/>
              </a:ext>
            </a:extLst>
          </p:cNvPr>
          <p:cNvSpPr>
            <a:spLocks noGrp="1"/>
          </p:cNvSpPr>
          <p:nvPr>
            <p:ph type="dgm" sz="quarter" idx="35"/>
          </p:nvPr>
        </p:nvSpPr>
        <p:spPr>
          <a:xfrm>
            <a:off x="7063383" y="3394380"/>
            <a:ext cx="261765" cy="35485"/>
          </a:xfrm>
          <a:solidFill>
            <a:schemeClr val="accent6"/>
          </a:solidFill>
        </p:spPr>
        <p:txBody>
          <a:bodyPr>
            <a:noAutofit/>
          </a:bodyPr>
          <a:lstStyle>
            <a:lvl1pPr>
              <a:defRPr sz="100">
                <a:noFill/>
              </a:defRPr>
            </a:lvl1pPr>
          </a:lstStyle>
          <a:p>
            <a:endParaRPr lang="fr-FR"/>
          </a:p>
        </p:txBody>
      </p:sp>
      <p:sp>
        <p:nvSpPr>
          <p:cNvPr id="52" name="Espace réservé du texte 13">
            <a:extLst>
              <a:ext uri="{FF2B5EF4-FFF2-40B4-BE49-F238E27FC236}">
                <a16:creationId xmlns:a16="http://schemas.microsoft.com/office/drawing/2014/main" id="{9E2A303D-7266-42FB-9330-C2712394C02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060405" y="3567910"/>
            <a:ext cx="1946075" cy="384657"/>
          </a:xfrm>
        </p:spPr>
        <p:txBody>
          <a:bodyPr/>
          <a:lstStyle>
            <a:lvl1pPr>
              <a:lnSpc>
                <a:spcPct val="101000"/>
              </a:lnSpc>
              <a:tabLst>
                <a:tab pos="200025" algn="l"/>
              </a:tabLst>
              <a:defRPr sz="750">
                <a:solidFill>
                  <a:schemeClr val="tx2"/>
                </a:solidFill>
                <a:latin typeface="Enedis Light" pitchFamily="50" charset="0"/>
              </a:defRPr>
            </a:lvl1pPr>
            <a:lvl2pPr marL="0" indent="0">
              <a:lnSpc>
                <a:spcPct val="101000"/>
              </a:lnSpc>
              <a:spcAft>
                <a:spcPts val="450"/>
              </a:spcAft>
              <a:buNone/>
              <a:defRPr sz="975" b="1">
                <a:solidFill>
                  <a:schemeClr val="tx2"/>
                </a:solidFill>
                <a:latin typeface="+mj-lt"/>
              </a:defRPr>
            </a:lvl2pPr>
          </a:lstStyle>
          <a:p>
            <a:pPr lvl="0"/>
            <a:r>
              <a:rPr lang="fr-FR"/>
              <a:t>8.1	 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endParaRPr lang="fr-FR"/>
          </a:p>
          <a:p>
            <a:pPr lvl="0"/>
            <a:r>
              <a:rPr lang="fr-FR"/>
              <a:t>1.2</a:t>
            </a:r>
          </a:p>
          <a:p>
            <a:pPr lvl="1"/>
            <a:r>
              <a:rPr lang="fr-FR"/>
              <a:t>Lorem ipsum </a:t>
            </a:r>
          </a:p>
        </p:txBody>
      </p:sp>
    </p:spTree>
    <p:extLst>
      <p:ext uri="{BB962C8B-B14F-4D97-AF65-F5344CB8AC3E}">
        <p14:creationId xmlns:p14="http://schemas.microsoft.com/office/powerpoint/2010/main" val="1197234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9">
            <a:extLst>
              <a:ext uri="{FF2B5EF4-FFF2-40B4-BE49-F238E27FC236}">
                <a16:creationId xmlns:a16="http://schemas.microsoft.com/office/drawing/2014/main" id="{8CDD498F-3BD8-4C27-B207-38D690F7CE5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4457700" cy="5143500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fr-FR"/>
          </a:p>
        </p:txBody>
      </p:sp>
      <p:sp>
        <p:nvSpPr>
          <p:cNvPr id="8" name="Espace réservé du texte 9">
            <a:extLst>
              <a:ext uri="{FF2B5EF4-FFF2-40B4-BE49-F238E27FC236}">
                <a16:creationId xmlns:a16="http://schemas.microsoft.com/office/drawing/2014/main" id="{9FF19B2D-1C59-45C9-A227-9DB884FB34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6301" y="217885"/>
            <a:ext cx="373261" cy="105370"/>
          </a:xfrm>
          <a:solidFill>
            <a:schemeClr val="accent4"/>
          </a:solidFill>
        </p:spPr>
        <p:txBody>
          <a:bodyPr lIns="72000" tIns="3600" anchor="ctr" anchorCtr="0">
            <a:noAutofit/>
          </a:bodyPr>
          <a:lstStyle>
            <a:lvl1pPr>
              <a:defRPr sz="615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Partie 1</a:t>
            </a:r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437725E6-819C-481D-AE01-0A871E24BC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61296" y="366268"/>
            <a:ext cx="4181478" cy="1015374"/>
          </a:xfrm>
        </p:spPr>
        <p:txBody>
          <a:bodyPr/>
          <a:lstStyle>
            <a:lvl1pPr>
              <a:lnSpc>
                <a:spcPct val="84000"/>
              </a:lnSpc>
              <a:defRPr sz="2588"/>
            </a:lvl1pPr>
          </a:lstStyle>
          <a:p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br>
              <a:rPr lang="fr-FR"/>
            </a:b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consectetuer</a:t>
            </a:r>
            <a:br>
              <a:rPr lang="fr-FR"/>
            </a:b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endParaRPr lang="fr-FR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13537730-4C20-4085-9A70-3E75B18C066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86301" y="1549561"/>
            <a:ext cx="4156472" cy="734496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Espace réservé de la date 9">
            <a:extLst>
              <a:ext uri="{FF2B5EF4-FFF2-40B4-BE49-F238E27FC236}">
                <a16:creationId xmlns:a16="http://schemas.microsoft.com/office/drawing/2014/main" id="{506D7A77-3261-4789-90AF-4391ECC68EB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fr-FR"/>
              <a:t>Document confidentiel - ne pas diffuser                          00 / 00 /2021</a:t>
            </a:r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05070C08-0C4F-480C-A4AD-38AC3DBE4AC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fr-FR"/>
              <a:t>Sujet du document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A20B3F73-B7A3-4D47-82E4-C5AA9E80D66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6B54B0F7-55DD-40D6-B7F4-70B586885C0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9" name="Espace réservé du graphique SmartArt 18">
            <a:extLst>
              <a:ext uri="{FF2B5EF4-FFF2-40B4-BE49-F238E27FC236}">
                <a16:creationId xmlns:a16="http://schemas.microsoft.com/office/drawing/2014/main" id="{AFA680B8-3A1C-4F3E-BC1D-A1CE66259CDB}"/>
              </a:ext>
            </a:extLst>
          </p:cNvPr>
          <p:cNvSpPr>
            <a:spLocks noGrp="1"/>
          </p:cNvSpPr>
          <p:nvPr>
            <p:ph type="dgm" sz="quarter" idx="22"/>
          </p:nvPr>
        </p:nvSpPr>
        <p:spPr>
          <a:xfrm>
            <a:off x="388771" y="4854784"/>
            <a:ext cx="575675" cy="116332"/>
          </a:xfrm>
          <a:custGeom>
            <a:avLst/>
            <a:gdLst>
              <a:gd name="connsiteX0" fmla="*/ 593781 w 767567"/>
              <a:gd name="connsiteY0" fmla="*/ 40345 h 155109"/>
              <a:gd name="connsiteX1" fmla="*/ 614690 w 767567"/>
              <a:gd name="connsiteY1" fmla="*/ 40345 h 155109"/>
              <a:gd name="connsiteX2" fmla="*/ 619656 w 767567"/>
              <a:gd name="connsiteY2" fmla="*/ 45858 h 155109"/>
              <a:gd name="connsiteX3" fmla="*/ 619701 w 767567"/>
              <a:gd name="connsiteY3" fmla="*/ 97707 h 155109"/>
              <a:gd name="connsiteX4" fmla="*/ 619704 w 767567"/>
              <a:gd name="connsiteY4" fmla="*/ 97707 h 155109"/>
              <a:gd name="connsiteX5" fmla="*/ 619704 w 767567"/>
              <a:gd name="connsiteY5" fmla="*/ 149553 h 155109"/>
              <a:gd name="connsiteX6" fmla="*/ 614738 w 767567"/>
              <a:gd name="connsiteY6" fmla="*/ 155066 h 155109"/>
              <a:gd name="connsiteX7" fmla="*/ 593829 w 767567"/>
              <a:gd name="connsiteY7" fmla="*/ 155066 h 155109"/>
              <a:gd name="connsiteX8" fmla="*/ 588863 w 767567"/>
              <a:gd name="connsiteY8" fmla="*/ 149553 h 155109"/>
              <a:gd name="connsiteX9" fmla="*/ 588818 w 767567"/>
              <a:gd name="connsiteY9" fmla="*/ 97707 h 155109"/>
              <a:gd name="connsiteX10" fmla="*/ 588815 w 767567"/>
              <a:gd name="connsiteY10" fmla="*/ 97707 h 155109"/>
              <a:gd name="connsiteX11" fmla="*/ 588815 w 767567"/>
              <a:gd name="connsiteY11" fmla="*/ 45858 h 155109"/>
              <a:gd name="connsiteX12" fmla="*/ 593781 w 767567"/>
              <a:gd name="connsiteY12" fmla="*/ 40345 h 155109"/>
              <a:gd name="connsiteX13" fmla="*/ 747851 w 767567"/>
              <a:gd name="connsiteY13" fmla="*/ 6 h 155109"/>
              <a:gd name="connsiteX14" fmla="*/ 753364 w 767567"/>
              <a:gd name="connsiteY14" fmla="*/ 4966 h 155109"/>
              <a:gd name="connsiteX15" fmla="*/ 753364 w 767567"/>
              <a:gd name="connsiteY15" fmla="*/ 23322 h 155109"/>
              <a:gd name="connsiteX16" fmla="*/ 753068 w 767567"/>
              <a:gd name="connsiteY16" fmla="*/ 24855 h 155109"/>
              <a:gd name="connsiteX17" fmla="*/ 747851 w 767567"/>
              <a:gd name="connsiteY17" fmla="*/ 28288 h 155109"/>
              <a:gd name="connsiteX18" fmla="*/ 701552 w 767567"/>
              <a:gd name="connsiteY18" fmla="*/ 28288 h 155109"/>
              <a:gd name="connsiteX19" fmla="*/ 701372 w 767567"/>
              <a:gd name="connsiteY19" fmla="*/ 28282 h 155109"/>
              <a:gd name="connsiteX20" fmla="*/ 683050 w 767567"/>
              <a:gd name="connsiteY20" fmla="*/ 28282 h 155109"/>
              <a:gd name="connsiteX21" fmla="*/ 668369 w 767567"/>
              <a:gd name="connsiteY21" fmla="*/ 41761 h 155109"/>
              <a:gd name="connsiteX22" fmla="*/ 668323 w 767567"/>
              <a:gd name="connsiteY22" fmla="*/ 52296 h 155109"/>
              <a:gd name="connsiteX23" fmla="*/ 681805 w 767567"/>
              <a:gd name="connsiteY23" fmla="*/ 66977 h 155109"/>
              <a:gd name="connsiteX24" fmla="*/ 682996 w 767567"/>
              <a:gd name="connsiteY24" fmla="*/ 66980 h 155109"/>
              <a:gd name="connsiteX25" fmla="*/ 729421 w 767567"/>
              <a:gd name="connsiteY25" fmla="*/ 66980 h 155109"/>
              <a:gd name="connsiteX26" fmla="*/ 767419 w 767567"/>
              <a:gd name="connsiteY26" fmla="*/ 97262 h 155109"/>
              <a:gd name="connsiteX27" fmla="*/ 767567 w 767567"/>
              <a:gd name="connsiteY27" fmla="*/ 101659 h 155109"/>
              <a:gd name="connsiteX28" fmla="*/ 767567 w 767567"/>
              <a:gd name="connsiteY28" fmla="*/ 119869 h 155109"/>
              <a:gd name="connsiteX29" fmla="*/ 729658 w 767567"/>
              <a:gd name="connsiteY29" fmla="*/ 155089 h 155109"/>
              <a:gd name="connsiteX30" fmla="*/ 707691 w 767567"/>
              <a:gd name="connsiteY30" fmla="*/ 155100 h 155109"/>
              <a:gd name="connsiteX31" fmla="*/ 642933 w 767567"/>
              <a:gd name="connsiteY31" fmla="*/ 155100 h 155109"/>
              <a:gd name="connsiteX32" fmla="*/ 637414 w 767567"/>
              <a:gd name="connsiteY32" fmla="*/ 150134 h 155109"/>
              <a:gd name="connsiteX33" fmla="*/ 637414 w 767567"/>
              <a:gd name="connsiteY33" fmla="*/ 131778 h 155109"/>
              <a:gd name="connsiteX34" fmla="*/ 637722 w 767567"/>
              <a:gd name="connsiteY34" fmla="*/ 130231 h 155109"/>
              <a:gd name="connsiteX35" fmla="*/ 642933 w 767567"/>
              <a:gd name="connsiteY35" fmla="*/ 126818 h 155109"/>
              <a:gd name="connsiteX36" fmla="*/ 722048 w 767567"/>
              <a:gd name="connsiteY36" fmla="*/ 126818 h 155109"/>
              <a:gd name="connsiteX37" fmla="*/ 736658 w 767567"/>
              <a:gd name="connsiteY37" fmla="*/ 113342 h 155109"/>
              <a:gd name="connsiteX38" fmla="*/ 736658 w 767567"/>
              <a:gd name="connsiteY38" fmla="*/ 109821 h 155109"/>
              <a:gd name="connsiteX39" fmla="*/ 723247 w 767567"/>
              <a:gd name="connsiteY39" fmla="*/ 95137 h 155109"/>
              <a:gd name="connsiteX40" fmla="*/ 672634 w 767567"/>
              <a:gd name="connsiteY40" fmla="*/ 95137 h 155109"/>
              <a:gd name="connsiteX41" fmla="*/ 637420 w 767567"/>
              <a:gd name="connsiteY41" fmla="*/ 57177 h 155109"/>
              <a:gd name="connsiteX42" fmla="*/ 637417 w 767567"/>
              <a:gd name="connsiteY42" fmla="*/ 35217 h 155109"/>
              <a:gd name="connsiteX43" fmla="*/ 675622 w 767567"/>
              <a:gd name="connsiteY43" fmla="*/ 14 h 155109"/>
              <a:gd name="connsiteX44" fmla="*/ 151429 w 767567"/>
              <a:gd name="connsiteY44" fmla="*/ 6 h 155109"/>
              <a:gd name="connsiteX45" fmla="*/ 215285 w 767567"/>
              <a:gd name="connsiteY45" fmla="*/ 6 h 155109"/>
              <a:gd name="connsiteX46" fmla="*/ 275206 w 767567"/>
              <a:gd name="connsiteY46" fmla="*/ 55299 h 155109"/>
              <a:gd name="connsiteX47" fmla="*/ 275206 w 767567"/>
              <a:gd name="connsiteY47" fmla="*/ 150146 h 155109"/>
              <a:gd name="connsiteX48" fmla="*/ 269690 w 767567"/>
              <a:gd name="connsiteY48" fmla="*/ 155106 h 155109"/>
              <a:gd name="connsiteX49" fmla="*/ 249838 w 767567"/>
              <a:gd name="connsiteY49" fmla="*/ 155106 h 155109"/>
              <a:gd name="connsiteX50" fmla="*/ 244325 w 767567"/>
              <a:gd name="connsiteY50" fmla="*/ 150146 h 155109"/>
              <a:gd name="connsiteX51" fmla="*/ 244325 w 767567"/>
              <a:gd name="connsiteY51" fmla="*/ 55299 h 155109"/>
              <a:gd name="connsiteX52" fmla="*/ 215285 w 767567"/>
              <a:gd name="connsiteY52" fmla="*/ 28288 h 155109"/>
              <a:gd name="connsiteX53" fmla="*/ 177381 w 767567"/>
              <a:gd name="connsiteY53" fmla="*/ 28274 h 155109"/>
              <a:gd name="connsiteX54" fmla="*/ 177381 w 767567"/>
              <a:gd name="connsiteY54" fmla="*/ 149593 h 155109"/>
              <a:gd name="connsiteX55" fmla="*/ 172407 w 767567"/>
              <a:gd name="connsiteY55" fmla="*/ 155106 h 155109"/>
              <a:gd name="connsiteX56" fmla="*/ 151429 w 767567"/>
              <a:gd name="connsiteY56" fmla="*/ 155106 h 155109"/>
              <a:gd name="connsiteX57" fmla="*/ 146461 w 767567"/>
              <a:gd name="connsiteY57" fmla="*/ 149593 h 155109"/>
              <a:gd name="connsiteX58" fmla="*/ 146461 w 767567"/>
              <a:gd name="connsiteY58" fmla="*/ 5527 h 155109"/>
              <a:gd name="connsiteX59" fmla="*/ 151429 w 767567"/>
              <a:gd name="connsiteY59" fmla="*/ 6 h 155109"/>
              <a:gd name="connsiteX60" fmla="*/ 593781 w 767567"/>
              <a:gd name="connsiteY60" fmla="*/ 0 h 155109"/>
              <a:gd name="connsiteX61" fmla="*/ 614690 w 767567"/>
              <a:gd name="connsiteY61" fmla="*/ 0 h 155109"/>
              <a:gd name="connsiteX62" fmla="*/ 619656 w 767567"/>
              <a:gd name="connsiteY62" fmla="*/ 5513 h 155109"/>
              <a:gd name="connsiteX63" fmla="*/ 619701 w 767567"/>
              <a:gd name="connsiteY63" fmla="*/ 11780 h 155109"/>
              <a:gd name="connsiteX64" fmla="*/ 619704 w 767567"/>
              <a:gd name="connsiteY64" fmla="*/ 11780 h 155109"/>
              <a:gd name="connsiteX65" fmla="*/ 619704 w 767567"/>
              <a:gd name="connsiteY65" fmla="*/ 22758 h 155109"/>
              <a:gd name="connsiteX66" fmla="*/ 614738 w 767567"/>
              <a:gd name="connsiteY66" fmla="*/ 28271 h 155109"/>
              <a:gd name="connsiteX67" fmla="*/ 593829 w 767567"/>
              <a:gd name="connsiteY67" fmla="*/ 28271 h 155109"/>
              <a:gd name="connsiteX68" fmla="*/ 588863 w 767567"/>
              <a:gd name="connsiteY68" fmla="*/ 22758 h 155109"/>
              <a:gd name="connsiteX69" fmla="*/ 588818 w 767567"/>
              <a:gd name="connsiteY69" fmla="*/ 11780 h 155109"/>
              <a:gd name="connsiteX70" fmla="*/ 588815 w 767567"/>
              <a:gd name="connsiteY70" fmla="*/ 11780 h 155109"/>
              <a:gd name="connsiteX71" fmla="*/ 588815 w 767567"/>
              <a:gd name="connsiteY71" fmla="*/ 5513 h 155109"/>
              <a:gd name="connsiteX72" fmla="*/ 593781 w 767567"/>
              <a:gd name="connsiteY72" fmla="*/ 0 h 155109"/>
              <a:gd name="connsiteX73" fmla="*/ 447323 w 767567"/>
              <a:gd name="connsiteY73" fmla="*/ 0 h 155109"/>
              <a:gd name="connsiteX74" fmla="*/ 514634 w 767567"/>
              <a:gd name="connsiteY74" fmla="*/ 0 h 155109"/>
              <a:gd name="connsiteX75" fmla="*/ 571100 w 767567"/>
              <a:gd name="connsiteY75" fmla="*/ 54963 h 155109"/>
              <a:gd name="connsiteX76" fmla="*/ 571100 w 767567"/>
              <a:gd name="connsiteY76" fmla="*/ 105094 h 155109"/>
              <a:gd name="connsiteX77" fmla="*/ 511173 w 767567"/>
              <a:gd name="connsiteY77" fmla="*/ 155066 h 155109"/>
              <a:gd name="connsiteX78" fmla="*/ 442354 w 767567"/>
              <a:gd name="connsiteY78" fmla="*/ 155109 h 155109"/>
              <a:gd name="connsiteX79" fmla="*/ 442354 w 767567"/>
              <a:gd name="connsiteY79" fmla="*/ 126855 h 155109"/>
              <a:gd name="connsiteX80" fmla="*/ 511173 w 767567"/>
              <a:gd name="connsiteY80" fmla="*/ 126784 h 155109"/>
              <a:gd name="connsiteX81" fmla="*/ 540219 w 767567"/>
              <a:gd name="connsiteY81" fmla="*/ 105094 h 155109"/>
              <a:gd name="connsiteX82" fmla="*/ 540219 w 767567"/>
              <a:gd name="connsiteY82" fmla="*/ 55288 h 155109"/>
              <a:gd name="connsiteX83" fmla="*/ 511173 w 767567"/>
              <a:gd name="connsiteY83" fmla="*/ 28271 h 155109"/>
              <a:gd name="connsiteX84" fmla="*/ 473260 w 767567"/>
              <a:gd name="connsiteY84" fmla="*/ 28256 h 155109"/>
              <a:gd name="connsiteX85" fmla="*/ 473232 w 767567"/>
              <a:gd name="connsiteY85" fmla="*/ 96744 h 155109"/>
              <a:gd name="connsiteX86" fmla="*/ 468266 w 767567"/>
              <a:gd name="connsiteY86" fmla="*/ 102262 h 155109"/>
              <a:gd name="connsiteX87" fmla="*/ 447314 w 767567"/>
              <a:gd name="connsiteY87" fmla="*/ 102262 h 155109"/>
              <a:gd name="connsiteX88" fmla="*/ 442354 w 767567"/>
              <a:gd name="connsiteY88" fmla="*/ 96744 h 155109"/>
              <a:gd name="connsiteX89" fmla="*/ 442354 w 767567"/>
              <a:gd name="connsiteY89" fmla="*/ 5527 h 155109"/>
              <a:gd name="connsiteX90" fmla="*/ 447323 w 767567"/>
              <a:gd name="connsiteY90" fmla="*/ 0 h 155109"/>
              <a:gd name="connsiteX91" fmla="*/ 41385 w 767567"/>
              <a:gd name="connsiteY91" fmla="*/ 0 h 155109"/>
              <a:gd name="connsiteX92" fmla="*/ 123338 w 767567"/>
              <a:gd name="connsiteY92" fmla="*/ 0 h 155109"/>
              <a:gd name="connsiteX93" fmla="*/ 128745 w 767567"/>
              <a:gd name="connsiteY93" fmla="*/ 4883 h 155109"/>
              <a:gd name="connsiteX94" fmla="*/ 128745 w 767567"/>
              <a:gd name="connsiteY94" fmla="*/ 23404 h 155109"/>
              <a:gd name="connsiteX95" fmla="*/ 123338 w 767567"/>
              <a:gd name="connsiteY95" fmla="*/ 28271 h 155109"/>
              <a:gd name="connsiteX96" fmla="*/ 41952 w 767567"/>
              <a:gd name="connsiteY96" fmla="*/ 28271 h 155109"/>
              <a:gd name="connsiteX97" fmla="*/ 30906 w 767567"/>
              <a:gd name="connsiteY97" fmla="*/ 38632 h 155109"/>
              <a:gd name="connsiteX98" fmla="*/ 30906 w 767567"/>
              <a:gd name="connsiteY98" fmla="*/ 66980 h 155109"/>
              <a:gd name="connsiteX99" fmla="*/ 79579 w 767567"/>
              <a:gd name="connsiteY99" fmla="*/ 66980 h 155109"/>
              <a:gd name="connsiteX100" fmla="*/ 84984 w 767567"/>
              <a:gd name="connsiteY100" fmla="*/ 71858 h 155109"/>
              <a:gd name="connsiteX101" fmla="*/ 84984 w 767567"/>
              <a:gd name="connsiteY101" fmla="*/ 89986 h 155109"/>
              <a:gd name="connsiteX102" fmla="*/ 79579 w 767567"/>
              <a:gd name="connsiteY102" fmla="*/ 94858 h 155109"/>
              <a:gd name="connsiteX103" fmla="*/ 30906 w 767567"/>
              <a:gd name="connsiteY103" fmla="*/ 94858 h 155109"/>
              <a:gd name="connsiteX104" fmla="*/ 30906 w 767567"/>
              <a:gd name="connsiteY104" fmla="*/ 116499 h 155109"/>
              <a:gd name="connsiteX105" fmla="*/ 41952 w 767567"/>
              <a:gd name="connsiteY105" fmla="*/ 126855 h 155109"/>
              <a:gd name="connsiteX106" fmla="*/ 123338 w 767567"/>
              <a:gd name="connsiteY106" fmla="*/ 126855 h 155109"/>
              <a:gd name="connsiteX107" fmla="*/ 128745 w 767567"/>
              <a:gd name="connsiteY107" fmla="*/ 131718 h 155109"/>
              <a:gd name="connsiteX108" fmla="*/ 128745 w 767567"/>
              <a:gd name="connsiteY108" fmla="*/ 150240 h 155109"/>
              <a:gd name="connsiteX109" fmla="*/ 123338 w 767567"/>
              <a:gd name="connsiteY109" fmla="*/ 155109 h 155109"/>
              <a:gd name="connsiteX110" fmla="*/ 41385 w 767567"/>
              <a:gd name="connsiteY110" fmla="*/ 155109 h 155109"/>
              <a:gd name="connsiteX111" fmla="*/ 0 w 767567"/>
              <a:gd name="connsiteY111" fmla="*/ 116986 h 155109"/>
              <a:gd name="connsiteX112" fmla="*/ 0 w 767567"/>
              <a:gd name="connsiteY112" fmla="*/ 38125 h 155109"/>
              <a:gd name="connsiteX113" fmla="*/ 41385 w 767567"/>
              <a:gd name="connsiteY113" fmla="*/ 0 h 155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767567" h="155109">
                <a:moveTo>
                  <a:pt x="593781" y="40345"/>
                </a:moveTo>
                <a:lnTo>
                  <a:pt x="614690" y="40345"/>
                </a:lnTo>
                <a:cubicBezTo>
                  <a:pt x="617428" y="40345"/>
                  <a:pt x="619656" y="42815"/>
                  <a:pt x="619656" y="45858"/>
                </a:cubicBezTo>
                <a:lnTo>
                  <a:pt x="619701" y="97707"/>
                </a:lnTo>
                <a:lnTo>
                  <a:pt x="619704" y="97707"/>
                </a:lnTo>
                <a:lnTo>
                  <a:pt x="619704" y="149553"/>
                </a:lnTo>
                <a:cubicBezTo>
                  <a:pt x="619704" y="152593"/>
                  <a:pt x="617473" y="155066"/>
                  <a:pt x="614738" y="155066"/>
                </a:cubicBezTo>
                <a:lnTo>
                  <a:pt x="593829" y="155066"/>
                </a:lnTo>
                <a:cubicBezTo>
                  <a:pt x="591088" y="155066"/>
                  <a:pt x="588863" y="152593"/>
                  <a:pt x="588863" y="149553"/>
                </a:cubicBezTo>
                <a:lnTo>
                  <a:pt x="588818" y="97707"/>
                </a:lnTo>
                <a:lnTo>
                  <a:pt x="588815" y="97707"/>
                </a:lnTo>
                <a:lnTo>
                  <a:pt x="588815" y="45858"/>
                </a:lnTo>
                <a:cubicBezTo>
                  <a:pt x="588815" y="42815"/>
                  <a:pt x="591046" y="40345"/>
                  <a:pt x="593781" y="40345"/>
                </a:cubicBezTo>
                <a:close/>
                <a:moveTo>
                  <a:pt x="747851" y="6"/>
                </a:moveTo>
                <a:cubicBezTo>
                  <a:pt x="750891" y="6"/>
                  <a:pt x="753364" y="2225"/>
                  <a:pt x="753364" y="4966"/>
                </a:cubicBezTo>
                <a:lnTo>
                  <a:pt x="753364" y="23322"/>
                </a:lnTo>
                <a:cubicBezTo>
                  <a:pt x="753364" y="23806"/>
                  <a:pt x="753268" y="24308"/>
                  <a:pt x="753068" y="24855"/>
                </a:cubicBezTo>
                <a:cubicBezTo>
                  <a:pt x="752316" y="26909"/>
                  <a:pt x="750219" y="28288"/>
                  <a:pt x="747851" y="28288"/>
                </a:cubicBezTo>
                <a:lnTo>
                  <a:pt x="701552" y="28288"/>
                </a:lnTo>
                <a:lnTo>
                  <a:pt x="701372" y="28282"/>
                </a:lnTo>
                <a:lnTo>
                  <a:pt x="683050" y="28282"/>
                </a:lnTo>
                <a:cubicBezTo>
                  <a:pt x="674956" y="28282"/>
                  <a:pt x="668369" y="34330"/>
                  <a:pt x="668369" y="41761"/>
                </a:cubicBezTo>
                <a:lnTo>
                  <a:pt x="668323" y="52296"/>
                </a:lnTo>
                <a:cubicBezTo>
                  <a:pt x="668323" y="60388"/>
                  <a:pt x="674369" y="66977"/>
                  <a:pt x="681805" y="66977"/>
                </a:cubicBezTo>
                <a:lnTo>
                  <a:pt x="682996" y="66980"/>
                </a:lnTo>
                <a:lnTo>
                  <a:pt x="729421" y="66980"/>
                </a:lnTo>
                <a:cubicBezTo>
                  <a:pt x="748139" y="66980"/>
                  <a:pt x="765895" y="80034"/>
                  <a:pt x="767419" y="97262"/>
                </a:cubicBezTo>
                <a:cubicBezTo>
                  <a:pt x="767556" y="98821"/>
                  <a:pt x="767567" y="100257"/>
                  <a:pt x="767567" y="101659"/>
                </a:cubicBezTo>
                <a:lnTo>
                  <a:pt x="767567" y="119869"/>
                </a:lnTo>
                <a:cubicBezTo>
                  <a:pt x="767567" y="139294"/>
                  <a:pt x="750581" y="155089"/>
                  <a:pt x="729658" y="155089"/>
                </a:cubicBezTo>
                <a:lnTo>
                  <a:pt x="707691" y="155100"/>
                </a:lnTo>
                <a:lnTo>
                  <a:pt x="642933" y="155100"/>
                </a:lnTo>
                <a:cubicBezTo>
                  <a:pt x="639890" y="155100"/>
                  <a:pt x="637414" y="152872"/>
                  <a:pt x="637414" y="150134"/>
                </a:cubicBezTo>
                <a:lnTo>
                  <a:pt x="637414" y="131778"/>
                </a:lnTo>
                <a:cubicBezTo>
                  <a:pt x="637414" y="131297"/>
                  <a:pt x="637514" y="130790"/>
                  <a:pt x="637722" y="130231"/>
                </a:cubicBezTo>
                <a:cubicBezTo>
                  <a:pt x="638465" y="128188"/>
                  <a:pt x="640562" y="126818"/>
                  <a:pt x="642933" y="126818"/>
                </a:cubicBezTo>
                <a:lnTo>
                  <a:pt x="722048" y="126818"/>
                </a:lnTo>
                <a:cubicBezTo>
                  <a:pt x="730142" y="126818"/>
                  <a:pt x="736658" y="120775"/>
                  <a:pt x="736658" y="113342"/>
                </a:cubicBezTo>
                <a:lnTo>
                  <a:pt x="736658" y="109821"/>
                </a:lnTo>
                <a:cubicBezTo>
                  <a:pt x="736658" y="101724"/>
                  <a:pt x="730678" y="95137"/>
                  <a:pt x="723247" y="95137"/>
                </a:cubicBezTo>
                <a:lnTo>
                  <a:pt x="672634" y="95137"/>
                </a:lnTo>
                <a:cubicBezTo>
                  <a:pt x="653215" y="95137"/>
                  <a:pt x="637420" y="78108"/>
                  <a:pt x="637420" y="57177"/>
                </a:cubicBezTo>
                <a:lnTo>
                  <a:pt x="637417" y="35217"/>
                </a:lnTo>
                <a:cubicBezTo>
                  <a:pt x="637417" y="15812"/>
                  <a:pt x="654693" y="14"/>
                  <a:pt x="675622" y="14"/>
                </a:cubicBezTo>
                <a:close/>
                <a:moveTo>
                  <a:pt x="151429" y="6"/>
                </a:moveTo>
                <a:lnTo>
                  <a:pt x="215285" y="6"/>
                </a:lnTo>
                <a:cubicBezTo>
                  <a:pt x="248325" y="6"/>
                  <a:pt x="275206" y="24806"/>
                  <a:pt x="275206" y="55299"/>
                </a:cubicBezTo>
                <a:lnTo>
                  <a:pt x="275206" y="150146"/>
                </a:lnTo>
                <a:cubicBezTo>
                  <a:pt x="275206" y="152884"/>
                  <a:pt x="272733" y="155106"/>
                  <a:pt x="269690" y="155106"/>
                </a:cubicBezTo>
                <a:lnTo>
                  <a:pt x="249838" y="155106"/>
                </a:lnTo>
                <a:cubicBezTo>
                  <a:pt x="246798" y="155106"/>
                  <a:pt x="244325" y="152884"/>
                  <a:pt x="244325" y="150146"/>
                </a:cubicBezTo>
                <a:lnTo>
                  <a:pt x="244325" y="55299"/>
                </a:lnTo>
                <a:cubicBezTo>
                  <a:pt x="244325" y="40407"/>
                  <a:pt x="231299" y="28288"/>
                  <a:pt x="215285" y="28288"/>
                </a:cubicBezTo>
                <a:lnTo>
                  <a:pt x="177381" y="28274"/>
                </a:lnTo>
                <a:lnTo>
                  <a:pt x="177381" y="149593"/>
                </a:lnTo>
                <a:cubicBezTo>
                  <a:pt x="177381" y="152633"/>
                  <a:pt x="175148" y="155106"/>
                  <a:pt x="172407" y="155106"/>
                </a:cubicBezTo>
                <a:lnTo>
                  <a:pt x="151429" y="155106"/>
                </a:lnTo>
                <a:cubicBezTo>
                  <a:pt x="148689" y="155106"/>
                  <a:pt x="146461" y="152633"/>
                  <a:pt x="146461" y="149593"/>
                </a:cubicBezTo>
                <a:lnTo>
                  <a:pt x="146461" y="5527"/>
                </a:lnTo>
                <a:cubicBezTo>
                  <a:pt x="146461" y="2481"/>
                  <a:pt x="148689" y="6"/>
                  <a:pt x="151429" y="6"/>
                </a:cubicBezTo>
                <a:close/>
                <a:moveTo>
                  <a:pt x="593781" y="0"/>
                </a:moveTo>
                <a:lnTo>
                  <a:pt x="614690" y="0"/>
                </a:lnTo>
                <a:cubicBezTo>
                  <a:pt x="617428" y="0"/>
                  <a:pt x="619656" y="2473"/>
                  <a:pt x="619656" y="5513"/>
                </a:cubicBezTo>
                <a:lnTo>
                  <a:pt x="619701" y="11780"/>
                </a:lnTo>
                <a:lnTo>
                  <a:pt x="619704" y="11780"/>
                </a:lnTo>
                <a:lnTo>
                  <a:pt x="619704" y="22758"/>
                </a:lnTo>
                <a:cubicBezTo>
                  <a:pt x="619704" y="25798"/>
                  <a:pt x="617473" y="28271"/>
                  <a:pt x="614738" y="28271"/>
                </a:cubicBezTo>
                <a:lnTo>
                  <a:pt x="593829" y="28271"/>
                </a:lnTo>
                <a:cubicBezTo>
                  <a:pt x="591088" y="28271"/>
                  <a:pt x="588863" y="25798"/>
                  <a:pt x="588863" y="22758"/>
                </a:cubicBezTo>
                <a:lnTo>
                  <a:pt x="588818" y="11780"/>
                </a:lnTo>
                <a:lnTo>
                  <a:pt x="588815" y="11780"/>
                </a:lnTo>
                <a:lnTo>
                  <a:pt x="588815" y="5513"/>
                </a:lnTo>
                <a:cubicBezTo>
                  <a:pt x="588815" y="2473"/>
                  <a:pt x="591046" y="0"/>
                  <a:pt x="593781" y="0"/>
                </a:cubicBezTo>
                <a:close/>
                <a:moveTo>
                  <a:pt x="447323" y="0"/>
                </a:moveTo>
                <a:lnTo>
                  <a:pt x="514634" y="0"/>
                </a:lnTo>
                <a:cubicBezTo>
                  <a:pt x="546555" y="0"/>
                  <a:pt x="571100" y="25709"/>
                  <a:pt x="571100" y="54963"/>
                </a:cubicBezTo>
                <a:lnTo>
                  <a:pt x="571100" y="105094"/>
                </a:lnTo>
                <a:cubicBezTo>
                  <a:pt x="571100" y="135582"/>
                  <a:pt x="544216" y="155066"/>
                  <a:pt x="511173" y="155066"/>
                </a:cubicBezTo>
                <a:lnTo>
                  <a:pt x="442354" y="155109"/>
                </a:lnTo>
                <a:lnTo>
                  <a:pt x="442354" y="126855"/>
                </a:lnTo>
                <a:lnTo>
                  <a:pt x="511173" y="126784"/>
                </a:lnTo>
                <a:cubicBezTo>
                  <a:pt x="527190" y="126784"/>
                  <a:pt x="540219" y="119986"/>
                  <a:pt x="540219" y="105094"/>
                </a:cubicBezTo>
                <a:lnTo>
                  <a:pt x="540219" y="55288"/>
                </a:lnTo>
                <a:cubicBezTo>
                  <a:pt x="540219" y="40390"/>
                  <a:pt x="527190" y="28271"/>
                  <a:pt x="511173" y="28271"/>
                </a:cubicBezTo>
                <a:lnTo>
                  <a:pt x="473260" y="28256"/>
                </a:lnTo>
                <a:lnTo>
                  <a:pt x="473232" y="96744"/>
                </a:lnTo>
                <a:cubicBezTo>
                  <a:pt x="473232" y="99790"/>
                  <a:pt x="471007" y="102262"/>
                  <a:pt x="468266" y="102262"/>
                </a:cubicBezTo>
                <a:lnTo>
                  <a:pt x="447314" y="102262"/>
                </a:lnTo>
                <a:cubicBezTo>
                  <a:pt x="444579" y="102262"/>
                  <a:pt x="442354" y="99790"/>
                  <a:pt x="442354" y="96744"/>
                </a:cubicBezTo>
                <a:lnTo>
                  <a:pt x="442354" y="5527"/>
                </a:lnTo>
                <a:cubicBezTo>
                  <a:pt x="442354" y="2481"/>
                  <a:pt x="444582" y="0"/>
                  <a:pt x="447323" y="0"/>
                </a:cubicBezTo>
                <a:close/>
                <a:moveTo>
                  <a:pt x="41385" y="0"/>
                </a:moveTo>
                <a:lnTo>
                  <a:pt x="123338" y="0"/>
                </a:lnTo>
                <a:cubicBezTo>
                  <a:pt x="126432" y="0"/>
                  <a:pt x="128745" y="2194"/>
                  <a:pt x="128745" y="4883"/>
                </a:cubicBezTo>
                <a:lnTo>
                  <a:pt x="128745" y="23404"/>
                </a:lnTo>
                <a:cubicBezTo>
                  <a:pt x="128745" y="26088"/>
                  <a:pt x="126318" y="28271"/>
                  <a:pt x="123338" y="28271"/>
                </a:cubicBezTo>
                <a:lnTo>
                  <a:pt x="41952" y="28271"/>
                </a:lnTo>
                <a:cubicBezTo>
                  <a:pt x="35966" y="28271"/>
                  <a:pt x="30906" y="33014"/>
                  <a:pt x="30906" y="38632"/>
                </a:cubicBezTo>
                <a:lnTo>
                  <a:pt x="30906" y="66980"/>
                </a:lnTo>
                <a:lnTo>
                  <a:pt x="79579" y="66980"/>
                </a:lnTo>
                <a:cubicBezTo>
                  <a:pt x="82559" y="66980"/>
                  <a:pt x="84984" y="69168"/>
                  <a:pt x="84984" y="71858"/>
                </a:cubicBezTo>
                <a:lnTo>
                  <a:pt x="84984" y="89986"/>
                </a:lnTo>
                <a:cubicBezTo>
                  <a:pt x="84984" y="92670"/>
                  <a:pt x="82559" y="94858"/>
                  <a:pt x="79579" y="94858"/>
                </a:cubicBezTo>
                <a:lnTo>
                  <a:pt x="30906" y="94858"/>
                </a:lnTo>
                <a:lnTo>
                  <a:pt x="30906" y="116499"/>
                </a:lnTo>
                <a:cubicBezTo>
                  <a:pt x="30906" y="122112"/>
                  <a:pt x="35966" y="126855"/>
                  <a:pt x="41952" y="126855"/>
                </a:cubicBezTo>
                <a:lnTo>
                  <a:pt x="123338" y="126855"/>
                </a:lnTo>
                <a:cubicBezTo>
                  <a:pt x="126318" y="126855"/>
                  <a:pt x="128745" y="129035"/>
                  <a:pt x="128745" y="131718"/>
                </a:cubicBezTo>
                <a:lnTo>
                  <a:pt x="128745" y="150240"/>
                </a:lnTo>
                <a:cubicBezTo>
                  <a:pt x="128745" y="152924"/>
                  <a:pt x="126318" y="155109"/>
                  <a:pt x="123338" y="155109"/>
                </a:cubicBezTo>
                <a:lnTo>
                  <a:pt x="41385" y="155109"/>
                </a:lnTo>
                <a:cubicBezTo>
                  <a:pt x="18567" y="155109"/>
                  <a:pt x="0" y="138020"/>
                  <a:pt x="0" y="116986"/>
                </a:cubicBezTo>
                <a:lnTo>
                  <a:pt x="0" y="38125"/>
                </a:lnTo>
                <a:cubicBezTo>
                  <a:pt x="0" y="17082"/>
                  <a:pt x="18567" y="0"/>
                  <a:pt x="4138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endParaRPr lang="fr-FR"/>
          </a:p>
        </p:txBody>
      </p:sp>
      <p:sp>
        <p:nvSpPr>
          <p:cNvPr id="22" name="Espace réservé du graphique SmartArt 21">
            <a:extLst>
              <a:ext uri="{FF2B5EF4-FFF2-40B4-BE49-F238E27FC236}">
                <a16:creationId xmlns:a16="http://schemas.microsoft.com/office/drawing/2014/main" id="{48CF0776-4B37-4E29-BAA3-34D7A7B17806}"/>
              </a:ext>
            </a:extLst>
          </p:cNvPr>
          <p:cNvSpPr>
            <a:spLocks noGrp="1"/>
          </p:cNvSpPr>
          <p:nvPr>
            <p:ph type="dgm" sz="quarter" idx="23"/>
          </p:nvPr>
        </p:nvSpPr>
        <p:spPr>
          <a:xfrm>
            <a:off x="595161" y="4854784"/>
            <a:ext cx="125363" cy="116330"/>
          </a:xfrm>
          <a:custGeom>
            <a:avLst/>
            <a:gdLst>
              <a:gd name="connsiteX0" fmla="*/ 56511 w 167151"/>
              <a:gd name="connsiteY0" fmla="*/ 0 h 155106"/>
              <a:gd name="connsiteX1" fmla="*/ 110549 w 167151"/>
              <a:gd name="connsiteY1" fmla="*/ 0 h 155106"/>
              <a:gd name="connsiteX2" fmla="*/ 149413 w 167151"/>
              <a:gd name="connsiteY2" fmla="*/ 36122 h 155106"/>
              <a:gd name="connsiteX3" fmla="*/ 149413 w 167151"/>
              <a:gd name="connsiteY3" fmla="*/ 59009 h 155106"/>
              <a:gd name="connsiteX4" fmla="*/ 110549 w 167151"/>
              <a:gd name="connsiteY4" fmla="*/ 95131 h 155106"/>
              <a:gd name="connsiteX5" fmla="*/ 48620 w 167151"/>
              <a:gd name="connsiteY5" fmla="*/ 95131 h 155106"/>
              <a:gd name="connsiteX6" fmla="*/ 48557 w 167151"/>
              <a:gd name="connsiteY6" fmla="*/ 100003 h 155106"/>
              <a:gd name="connsiteX7" fmla="*/ 77600 w 167151"/>
              <a:gd name="connsiteY7" fmla="*/ 126849 h 155106"/>
              <a:gd name="connsiteX8" fmla="*/ 167151 w 167151"/>
              <a:gd name="connsiteY8" fmla="*/ 126846 h 155106"/>
              <a:gd name="connsiteX9" fmla="*/ 167151 w 167151"/>
              <a:gd name="connsiteY9" fmla="*/ 155106 h 155106"/>
              <a:gd name="connsiteX10" fmla="*/ 77703 w 167151"/>
              <a:gd name="connsiteY10" fmla="*/ 155106 h 155106"/>
              <a:gd name="connsiteX11" fmla="*/ 17639 w 167151"/>
              <a:gd name="connsiteY11" fmla="*/ 99997 h 155106"/>
              <a:gd name="connsiteX12" fmla="*/ 17639 w 167151"/>
              <a:gd name="connsiteY12" fmla="*/ 95131 h 155106"/>
              <a:gd name="connsiteX13" fmla="*/ 0 w 167151"/>
              <a:gd name="connsiteY13" fmla="*/ 95131 h 155106"/>
              <a:gd name="connsiteX14" fmla="*/ 0 w 167151"/>
              <a:gd name="connsiteY14" fmla="*/ 66977 h 155106"/>
              <a:gd name="connsiteX15" fmla="*/ 104754 w 167151"/>
              <a:gd name="connsiteY15" fmla="*/ 66977 h 155106"/>
              <a:gd name="connsiteX16" fmla="*/ 118527 w 167151"/>
              <a:gd name="connsiteY16" fmla="*/ 54416 h 155106"/>
              <a:gd name="connsiteX17" fmla="*/ 118527 w 167151"/>
              <a:gd name="connsiteY17" fmla="*/ 40832 h 155106"/>
              <a:gd name="connsiteX18" fmla="*/ 104754 w 167151"/>
              <a:gd name="connsiteY18" fmla="*/ 28259 h 155106"/>
              <a:gd name="connsiteX19" fmla="*/ 62383 w 167151"/>
              <a:gd name="connsiteY19" fmla="*/ 28259 h 155106"/>
              <a:gd name="connsiteX20" fmla="*/ 48614 w 167151"/>
              <a:gd name="connsiteY20" fmla="*/ 40832 h 155106"/>
              <a:gd name="connsiteX21" fmla="*/ 48614 w 167151"/>
              <a:gd name="connsiteY21" fmla="*/ 49407 h 155106"/>
              <a:gd name="connsiteX22" fmla="*/ 43648 w 167151"/>
              <a:gd name="connsiteY22" fmla="*/ 54926 h 155106"/>
              <a:gd name="connsiteX23" fmla="*/ 22673 w 167151"/>
              <a:gd name="connsiteY23" fmla="*/ 54926 h 155106"/>
              <a:gd name="connsiteX24" fmla="*/ 17713 w 167151"/>
              <a:gd name="connsiteY24" fmla="*/ 49407 h 155106"/>
              <a:gd name="connsiteX25" fmla="*/ 17713 w 167151"/>
              <a:gd name="connsiteY25" fmla="*/ 36122 h 155106"/>
              <a:gd name="connsiteX26" fmla="*/ 47488 w 167151"/>
              <a:gd name="connsiteY26" fmla="*/ 689 h 155106"/>
              <a:gd name="connsiteX27" fmla="*/ 56511 w 167151"/>
              <a:gd name="connsiteY27" fmla="*/ 0 h 155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67151" h="155106">
                <a:moveTo>
                  <a:pt x="56511" y="0"/>
                </a:moveTo>
                <a:lnTo>
                  <a:pt x="110549" y="0"/>
                </a:lnTo>
                <a:cubicBezTo>
                  <a:pt x="131983" y="0"/>
                  <a:pt x="149413" y="16202"/>
                  <a:pt x="149413" y="36122"/>
                </a:cubicBezTo>
                <a:lnTo>
                  <a:pt x="149413" y="59009"/>
                </a:lnTo>
                <a:cubicBezTo>
                  <a:pt x="149413" y="78929"/>
                  <a:pt x="131983" y="95131"/>
                  <a:pt x="110549" y="95131"/>
                </a:cubicBezTo>
                <a:lnTo>
                  <a:pt x="48620" y="95131"/>
                </a:lnTo>
                <a:lnTo>
                  <a:pt x="48557" y="100003"/>
                </a:lnTo>
                <a:cubicBezTo>
                  <a:pt x="48557" y="114889"/>
                  <a:pt x="61586" y="126849"/>
                  <a:pt x="77600" y="126849"/>
                </a:cubicBezTo>
                <a:lnTo>
                  <a:pt x="167151" y="126846"/>
                </a:lnTo>
                <a:lnTo>
                  <a:pt x="167151" y="155106"/>
                </a:lnTo>
                <a:lnTo>
                  <a:pt x="77703" y="155106"/>
                </a:lnTo>
                <a:cubicBezTo>
                  <a:pt x="44659" y="155106"/>
                  <a:pt x="17639" y="130485"/>
                  <a:pt x="17639" y="99997"/>
                </a:cubicBezTo>
                <a:lnTo>
                  <a:pt x="17639" y="95131"/>
                </a:lnTo>
                <a:lnTo>
                  <a:pt x="0" y="95131"/>
                </a:lnTo>
                <a:lnTo>
                  <a:pt x="0" y="66977"/>
                </a:lnTo>
                <a:lnTo>
                  <a:pt x="104754" y="66977"/>
                </a:lnTo>
                <a:cubicBezTo>
                  <a:pt x="112350" y="66977"/>
                  <a:pt x="118527" y="61342"/>
                  <a:pt x="118527" y="54416"/>
                </a:cubicBezTo>
                <a:lnTo>
                  <a:pt x="118527" y="40832"/>
                </a:lnTo>
                <a:cubicBezTo>
                  <a:pt x="118527" y="33900"/>
                  <a:pt x="112350" y="28259"/>
                  <a:pt x="104754" y="28259"/>
                </a:cubicBezTo>
                <a:lnTo>
                  <a:pt x="62383" y="28259"/>
                </a:lnTo>
                <a:cubicBezTo>
                  <a:pt x="54791" y="28259"/>
                  <a:pt x="48614" y="33900"/>
                  <a:pt x="48614" y="40832"/>
                </a:cubicBezTo>
                <a:lnTo>
                  <a:pt x="48614" y="49407"/>
                </a:lnTo>
                <a:cubicBezTo>
                  <a:pt x="48614" y="52447"/>
                  <a:pt x="46389" y="54926"/>
                  <a:pt x="43648" y="54926"/>
                </a:cubicBezTo>
                <a:lnTo>
                  <a:pt x="22673" y="54926"/>
                </a:lnTo>
                <a:cubicBezTo>
                  <a:pt x="19935" y="54926"/>
                  <a:pt x="17713" y="52447"/>
                  <a:pt x="17713" y="49407"/>
                </a:cubicBezTo>
                <a:lnTo>
                  <a:pt x="17713" y="36122"/>
                </a:lnTo>
                <a:cubicBezTo>
                  <a:pt x="17713" y="19339"/>
                  <a:pt x="29918" y="4590"/>
                  <a:pt x="47488" y="689"/>
                </a:cubicBezTo>
                <a:cubicBezTo>
                  <a:pt x="50474" y="28"/>
                  <a:pt x="53509" y="0"/>
                  <a:pt x="56511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2918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e la date 9">
            <a:extLst>
              <a:ext uri="{FF2B5EF4-FFF2-40B4-BE49-F238E27FC236}">
                <a16:creationId xmlns:a16="http://schemas.microsoft.com/office/drawing/2014/main" id="{506D7A77-3261-4789-90AF-4391ECC68EB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Document confidentiel - ne pas diffuser                          00 / 00 /2021</a:t>
            </a:r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05070C08-0C4F-480C-A4AD-38AC3DBE4AC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fr-FR"/>
              <a:t>Sujet du document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A20B3F73-B7A3-4D47-82E4-C5AA9E80D66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B54B0F7-55DD-40D6-B7F4-70B586885C0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6" name="Titre 8">
            <a:extLst>
              <a:ext uri="{FF2B5EF4-FFF2-40B4-BE49-F238E27FC236}">
                <a16:creationId xmlns:a16="http://schemas.microsoft.com/office/drawing/2014/main" id="{EC6C1856-89A9-40CF-B4C0-D16A188E2C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043" y="366268"/>
            <a:ext cx="8381655" cy="668933"/>
          </a:xfrm>
        </p:spPr>
        <p:txBody>
          <a:bodyPr/>
          <a:lstStyle>
            <a:lvl1pPr>
              <a:lnSpc>
                <a:spcPct val="84000"/>
              </a:lnSpc>
              <a:defRPr sz="2588"/>
            </a:lvl1pPr>
          </a:lstStyle>
          <a:p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consectetuer</a:t>
            </a:r>
            <a:br>
              <a:rPr lang="fr-FR"/>
            </a:b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diam </a:t>
            </a:r>
            <a:r>
              <a:rPr lang="fr-FR" err="1"/>
              <a:t>nonummy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 </a:t>
            </a:r>
            <a:r>
              <a:rPr lang="fr-FR" err="1"/>
              <a:t>euismod</a:t>
            </a:r>
            <a:endParaRPr lang="fr-FR"/>
          </a:p>
        </p:txBody>
      </p:sp>
      <p:sp>
        <p:nvSpPr>
          <p:cNvPr id="18" name="Espace réservé du texte 12">
            <a:extLst>
              <a:ext uri="{FF2B5EF4-FFF2-40B4-BE49-F238E27FC236}">
                <a16:creationId xmlns:a16="http://schemas.microsoft.com/office/drawing/2014/main" id="{DCE6F3B6-60EE-44F2-BA84-2C199F1096D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9619" y="3251537"/>
            <a:ext cx="1918444" cy="338106"/>
          </a:xfrm>
        </p:spPr>
        <p:txBody>
          <a:bodyPr/>
          <a:lstStyle>
            <a:lvl1pPr algn="ctr">
              <a:defRPr/>
            </a:lvl1pPr>
            <a:lvl2pPr algn="ctr">
              <a:spcAft>
                <a:spcPts val="450"/>
              </a:spcAft>
              <a:buNone/>
              <a:defRPr lang="fr-FR" sz="1275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5pPr>
              <a:defRPr/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endParaRPr lang="fr-FR"/>
          </a:p>
          <a:p>
            <a:pPr lvl="1"/>
            <a:r>
              <a:rPr lang="fr-FR"/>
              <a:t>Lorem ipsum </a:t>
            </a:r>
            <a:r>
              <a:rPr lang="fr-FR" err="1"/>
              <a:t>dolor</a:t>
            </a:r>
            <a:endParaRPr lang="fr-FR"/>
          </a:p>
        </p:txBody>
      </p:sp>
      <p:sp>
        <p:nvSpPr>
          <p:cNvPr id="19" name="Espace réservé du texte 12">
            <a:extLst>
              <a:ext uri="{FF2B5EF4-FFF2-40B4-BE49-F238E27FC236}">
                <a16:creationId xmlns:a16="http://schemas.microsoft.com/office/drawing/2014/main" id="{E90E33E1-0062-466D-BE7B-A10AECB0F08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12779" y="3251537"/>
            <a:ext cx="1918444" cy="338106"/>
          </a:xfrm>
        </p:spPr>
        <p:txBody>
          <a:bodyPr/>
          <a:lstStyle>
            <a:lvl1pPr algn="ctr">
              <a:defRPr/>
            </a:lvl1pPr>
            <a:lvl2pPr algn="ctr">
              <a:spcAft>
                <a:spcPts val="450"/>
              </a:spcAft>
              <a:buNone/>
              <a:defRPr lang="fr-FR" sz="1275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5pPr>
              <a:defRPr/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endParaRPr lang="fr-FR"/>
          </a:p>
          <a:p>
            <a:pPr lvl="1"/>
            <a:r>
              <a:rPr lang="fr-FR"/>
              <a:t>Lorem ipsum </a:t>
            </a:r>
            <a:r>
              <a:rPr lang="fr-FR" err="1"/>
              <a:t>dolor</a:t>
            </a:r>
            <a:endParaRPr lang="fr-FR"/>
          </a:p>
        </p:txBody>
      </p:sp>
      <p:sp>
        <p:nvSpPr>
          <p:cNvPr id="20" name="Espace réservé du texte 12">
            <a:extLst>
              <a:ext uri="{FF2B5EF4-FFF2-40B4-BE49-F238E27FC236}">
                <a16:creationId xmlns:a16="http://schemas.microsoft.com/office/drawing/2014/main" id="{9ABC139D-3F91-429F-9C45-453EE04110F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65938" y="3251537"/>
            <a:ext cx="1918444" cy="338106"/>
          </a:xfrm>
        </p:spPr>
        <p:txBody>
          <a:bodyPr/>
          <a:lstStyle>
            <a:lvl1pPr algn="ctr">
              <a:defRPr/>
            </a:lvl1pPr>
            <a:lvl2pPr algn="ctr">
              <a:spcAft>
                <a:spcPts val="450"/>
              </a:spcAft>
              <a:buNone/>
              <a:defRPr lang="fr-FR" sz="1275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5pPr>
              <a:defRPr/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endParaRPr lang="fr-FR"/>
          </a:p>
          <a:p>
            <a:pPr lvl="1"/>
            <a:r>
              <a:rPr lang="fr-FR"/>
              <a:t>Lorem ipsum </a:t>
            </a:r>
            <a:r>
              <a:rPr lang="fr-FR" err="1"/>
              <a:t>dolor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0446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40" userDrawn="1">
          <p15:clr>
            <a:srgbClr val="FBAE40"/>
          </p15:clr>
        </p15:guide>
        <p15:guide id="3" orient="horz" pos="189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e la date 9">
            <a:extLst>
              <a:ext uri="{FF2B5EF4-FFF2-40B4-BE49-F238E27FC236}">
                <a16:creationId xmlns:a16="http://schemas.microsoft.com/office/drawing/2014/main" id="{506D7A77-3261-4789-90AF-4391ECC68EB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Document confidentiel - ne pas diffuser                          00 / 00 /2021</a:t>
            </a:r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05070C08-0C4F-480C-A4AD-38AC3DBE4AC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fr-FR"/>
              <a:t>Sujet du document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A20B3F73-B7A3-4D47-82E4-C5AA9E80D66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B54B0F7-55DD-40D6-B7F4-70B586885C0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6" name="Titre 8">
            <a:extLst>
              <a:ext uri="{FF2B5EF4-FFF2-40B4-BE49-F238E27FC236}">
                <a16:creationId xmlns:a16="http://schemas.microsoft.com/office/drawing/2014/main" id="{EC6C1856-89A9-40CF-B4C0-D16A188E2C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043" y="366268"/>
            <a:ext cx="8381655" cy="668933"/>
          </a:xfrm>
        </p:spPr>
        <p:txBody>
          <a:bodyPr/>
          <a:lstStyle>
            <a:lvl1pPr>
              <a:lnSpc>
                <a:spcPct val="84000"/>
              </a:lnSpc>
              <a:defRPr sz="2588"/>
            </a:lvl1pPr>
          </a:lstStyle>
          <a:p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consectetuer</a:t>
            </a:r>
            <a:br>
              <a:rPr lang="fr-FR"/>
            </a:b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diam </a:t>
            </a:r>
            <a:r>
              <a:rPr lang="fr-FR" err="1"/>
              <a:t>nonummy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 </a:t>
            </a:r>
            <a:r>
              <a:rPr lang="fr-FR" err="1"/>
              <a:t>euismod</a:t>
            </a:r>
            <a:endParaRPr lang="fr-FR"/>
          </a:p>
        </p:txBody>
      </p:sp>
      <p:sp>
        <p:nvSpPr>
          <p:cNvPr id="13" name="Espace réservé pour une image  9">
            <a:extLst>
              <a:ext uri="{FF2B5EF4-FFF2-40B4-BE49-F238E27FC236}">
                <a16:creationId xmlns:a16="http://schemas.microsoft.com/office/drawing/2014/main" id="{D477D808-AC77-4B40-8AE2-7D345B62B02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70043" y="1222141"/>
            <a:ext cx="8381655" cy="3395579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24848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e la date 9">
            <a:extLst>
              <a:ext uri="{FF2B5EF4-FFF2-40B4-BE49-F238E27FC236}">
                <a16:creationId xmlns:a16="http://schemas.microsoft.com/office/drawing/2014/main" id="{506D7A77-3261-4789-90AF-4391ECC68EB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Document confidentiel - ne pas diffuser                          00 / 00 /2021</a:t>
            </a:r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05070C08-0C4F-480C-A4AD-38AC3DBE4AC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fr-FR"/>
              <a:t>Sujet du document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A20B3F73-B7A3-4D47-82E4-C5AA9E80D66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B54B0F7-55DD-40D6-B7F4-70B586885C0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6" name="Titre 8">
            <a:extLst>
              <a:ext uri="{FF2B5EF4-FFF2-40B4-BE49-F238E27FC236}">
                <a16:creationId xmlns:a16="http://schemas.microsoft.com/office/drawing/2014/main" id="{EC6C1856-89A9-40CF-B4C0-D16A188E2C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043" y="366268"/>
            <a:ext cx="8381655" cy="668933"/>
          </a:xfrm>
        </p:spPr>
        <p:txBody>
          <a:bodyPr/>
          <a:lstStyle>
            <a:lvl1pPr>
              <a:lnSpc>
                <a:spcPct val="84000"/>
              </a:lnSpc>
              <a:defRPr sz="2588"/>
            </a:lvl1pPr>
          </a:lstStyle>
          <a:p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consectetuer</a:t>
            </a:r>
            <a:br>
              <a:rPr lang="fr-FR"/>
            </a:b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diam </a:t>
            </a:r>
            <a:r>
              <a:rPr lang="fr-FR" err="1"/>
              <a:t>nonummy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 </a:t>
            </a:r>
            <a:r>
              <a:rPr lang="fr-FR" err="1"/>
              <a:t>euismod</a:t>
            </a:r>
            <a:endParaRPr lang="fr-FR"/>
          </a:p>
        </p:txBody>
      </p:sp>
      <p:sp>
        <p:nvSpPr>
          <p:cNvPr id="23" name="Espace réservé du texte 12">
            <a:extLst>
              <a:ext uri="{FF2B5EF4-FFF2-40B4-BE49-F238E27FC236}">
                <a16:creationId xmlns:a16="http://schemas.microsoft.com/office/drawing/2014/main" id="{159B7C29-C90B-4392-BEAD-DADA66C2E7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1299" y="2944864"/>
            <a:ext cx="1918444" cy="338106"/>
          </a:xfrm>
        </p:spPr>
        <p:txBody>
          <a:bodyPr/>
          <a:lstStyle>
            <a:lvl1pPr algn="ctr">
              <a:spcAft>
                <a:spcPts val="0"/>
              </a:spcAft>
              <a:defRPr/>
            </a:lvl1pPr>
            <a:lvl2pPr algn="ctr">
              <a:spcBef>
                <a:spcPts val="0"/>
              </a:spcBef>
              <a:spcAft>
                <a:spcPts val="450"/>
              </a:spcAft>
              <a:buNone/>
              <a:defRPr lang="fr-FR" sz="1275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5pPr>
              <a:defRPr/>
            </a:lvl5pPr>
          </a:lstStyle>
          <a:p>
            <a:pPr lvl="0"/>
            <a:r>
              <a:rPr lang="fr-FR"/>
              <a:t>Lorem ipsum</a:t>
            </a:r>
          </a:p>
          <a:p>
            <a:pPr lvl="1"/>
            <a:r>
              <a:rPr lang="fr-FR"/>
              <a:t>Lorem ipsum </a:t>
            </a:r>
            <a:r>
              <a:rPr lang="fr-FR" err="1"/>
              <a:t>dolor</a:t>
            </a:r>
            <a:endParaRPr lang="fr-FR"/>
          </a:p>
        </p:txBody>
      </p: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42D09871-79A1-414E-9478-80275393F57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438105" y="1723845"/>
            <a:ext cx="2327967" cy="966919"/>
          </a:xfrm>
          <a:custGeom>
            <a:avLst/>
            <a:gdLst>
              <a:gd name="connsiteX0" fmla="*/ 0 w 3103956"/>
              <a:gd name="connsiteY0" fmla="*/ 0 h 1289225"/>
              <a:gd name="connsiteX1" fmla="*/ 2511738 w 3103956"/>
              <a:gd name="connsiteY1" fmla="*/ 0 h 1289225"/>
              <a:gd name="connsiteX2" fmla="*/ 3103956 w 3103956"/>
              <a:gd name="connsiteY2" fmla="*/ 644613 h 1289225"/>
              <a:gd name="connsiteX3" fmla="*/ 2511738 w 3103956"/>
              <a:gd name="connsiteY3" fmla="*/ 1289225 h 1289225"/>
              <a:gd name="connsiteX4" fmla="*/ 0 w 3103956"/>
              <a:gd name="connsiteY4" fmla="*/ 1289225 h 1289225"/>
              <a:gd name="connsiteX5" fmla="*/ 592218 w 3103956"/>
              <a:gd name="connsiteY5" fmla="*/ 644613 h 128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03956" h="1289225">
                <a:moveTo>
                  <a:pt x="0" y="0"/>
                </a:moveTo>
                <a:lnTo>
                  <a:pt x="2511738" y="0"/>
                </a:lnTo>
                <a:lnTo>
                  <a:pt x="3103956" y="644613"/>
                </a:lnTo>
                <a:lnTo>
                  <a:pt x="2511738" y="1289225"/>
                </a:lnTo>
                <a:lnTo>
                  <a:pt x="0" y="1289225"/>
                </a:lnTo>
                <a:lnTo>
                  <a:pt x="592218" y="64461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1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2</a:t>
            </a:r>
          </a:p>
        </p:txBody>
      </p:sp>
      <p:sp>
        <p:nvSpPr>
          <p:cNvPr id="28" name="Espace réservé du texte 27">
            <a:extLst>
              <a:ext uri="{FF2B5EF4-FFF2-40B4-BE49-F238E27FC236}">
                <a16:creationId xmlns:a16="http://schemas.microsoft.com/office/drawing/2014/main" id="{00499062-E389-4BA7-8F0D-27788F30589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6658" y="1723845"/>
            <a:ext cx="2327967" cy="966919"/>
          </a:xfrm>
          <a:custGeom>
            <a:avLst/>
            <a:gdLst>
              <a:gd name="connsiteX0" fmla="*/ 0 w 3103956"/>
              <a:gd name="connsiteY0" fmla="*/ 0 h 1289225"/>
              <a:gd name="connsiteX1" fmla="*/ 2511738 w 3103956"/>
              <a:gd name="connsiteY1" fmla="*/ 0 h 1289225"/>
              <a:gd name="connsiteX2" fmla="*/ 3103956 w 3103956"/>
              <a:gd name="connsiteY2" fmla="*/ 644613 h 1289225"/>
              <a:gd name="connsiteX3" fmla="*/ 2511738 w 3103956"/>
              <a:gd name="connsiteY3" fmla="*/ 1289225 h 1289225"/>
              <a:gd name="connsiteX4" fmla="*/ 0 w 3103956"/>
              <a:gd name="connsiteY4" fmla="*/ 1289225 h 1289225"/>
              <a:gd name="connsiteX5" fmla="*/ 592218 w 3103956"/>
              <a:gd name="connsiteY5" fmla="*/ 644613 h 128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03956" h="1289225">
                <a:moveTo>
                  <a:pt x="0" y="0"/>
                </a:moveTo>
                <a:lnTo>
                  <a:pt x="2511738" y="0"/>
                </a:lnTo>
                <a:lnTo>
                  <a:pt x="3103956" y="644613"/>
                </a:lnTo>
                <a:lnTo>
                  <a:pt x="2511738" y="1289225"/>
                </a:lnTo>
                <a:lnTo>
                  <a:pt x="0" y="1289225"/>
                </a:lnTo>
                <a:lnTo>
                  <a:pt x="592218" y="644613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anchor="ctr" anchorCtr="1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1</a:t>
            </a:r>
          </a:p>
        </p:txBody>
      </p:sp>
      <p:sp>
        <p:nvSpPr>
          <p:cNvPr id="29" name="Espace réservé du texte 28">
            <a:extLst>
              <a:ext uri="{FF2B5EF4-FFF2-40B4-BE49-F238E27FC236}">
                <a16:creationId xmlns:a16="http://schemas.microsoft.com/office/drawing/2014/main" id="{6E439620-C355-44B9-A213-3FA67B7487C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89551" y="1723845"/>
            <a:ext cx="2327967" cy="966919"/>
          </a:xfrm>
          <a:custGeom>
            <a:avLst/>
            <a:gdLst>
              <a:gd name="connsiteX0" fmla="*/ 0 w 3103956"/>
              <a:gd name="connsiteY0" fmla="*/ 0 h 1289225"/>
              <a:gd name="connsiteX1" fmla="*/ 2511738 w 3103956"/>
              <a:gd name="connsiteY1" fmla="*/ 0 h 1289225"/>
              <a:gd name="connsiteX2" fmla="*/ 3103956 w 3103956"/>
              <a:gd name="connsiteY2" fmla="*/ 644613 h 1289225"/>
              <a:gd name="connsiteX3" fmla="*/ 2511738 w 3103956"/>
              <a:gd name="connsiteY3" fmla="*/ 1289225 h 1289225"/>
              <a:gd name="connsiteX4" fmla="*/ 0 w 3103956"/>
              <a:gd name="connsiteY4" fmla="*/ 1289225 h 1289225"/>
              <a:gd name="connsiteX5" fmla="*/ 592218 w 3103956"/>
              <a:gd name="connsiteY5" fmla="*/ 644613 h 128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03956" h="1289225">
                <a:moveTo>
                  <a:pt x="0" y="0"/>
                </a:moveTo>
                <a:lnTo>
                  <a:pt x="2511738" y="0"/>
                </a:lnTo>
                <a:lnTo>
                  <a:pt x="3103956" y="644613"/>
                </a:lnTo>
                <a:lnTo>
                  <a:pt x="2511738" y="1289225"/>
                </a:lnTo>
                <a:lnTo>
                  <a:pt x="0" y="1289225"/>
                </a:lnTo>
                <a:lnTo>
                  <a:pt x="592218" y="644613"/>
                </a:lnTo>
                <a:close/>
              </a:path>
            </a:pathLst>
          </a:custGeom>
          <a:solidFill>
            <a:srgbClr val="3EA47A"/>
          </a:solidFill>
        </p:spPr>
        <p:txBody>
          <a:bodyPr wrap="square" anchor="ctr" anchorCtr="1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3</a:t>
            </a:r>
          </a:p>
        </p:txBody>
      </p:sp>
      <p:sp>
        <p:nvSpPr>
          <p:cNvPr id="30" name="Espace réservé du texte 29">
            <a:extLst>
              <a:ext uri="{FF2B5EF4-FFF2-40B4-BE49-F238E27FC236}">
                <a16:creationId xmlns:a16="http://schemas.microsoft.com/office/drawing/2014/main" id="{96E37C34-332B-4988-9F20-6114CC44505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40998" y="1723845"/>
            <a:ext cx="2327967" cy="966919"/>
          </a:xfrm>
          <a:custGeom>
            <a:avLst/>
            <a:gdLst>
              <a:gd name="connsiteX0" fmla="*/ 0 w 3103956"/>
              <a:gd name="connsiteY0" fmla="*/ 0 h 1289225"/>
              <a:gd name="connsiteX1" fmla="*/ 2511738 w 3103956"/>
              <a:gd name="connsiteY1" fmla="*/ 0 h 1289225"/>
              <a:gd name="connsiteX2" fmla="*/ 3103956 w 3103956"/>
              <a:gd name="connsiteY2" fmla="*/ 644613 h 1289225"/>
              <a:gd name="connsiteX3" fmla="*/ 2511738 w 3103956"/>
              <a:gd name="connsiteY3" fmla="*/ 1289225 h 1289225"/>
              <a:gd name="connsiteX4" fmla="*/ 0 w 3103956"/>
              <a:gd name="connsiteY4" fmla="*/ 1289225 h 1289225"/>
              <a:gd name="connsiteX5" fmla="*/ 592218 w 3103956"/>
              <a:gd name="connsiteY5" fmla="*/ 644613 h 128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03956" h="1289225">
                <a:moveTo>
                  <a:pt x="0" y="0"/>
                </a:moveTo>
                <a:lnTo>
                  <a:pt x="2511738" y="0"/>
                </a:lnTo>
                <a:lnTo>
                  <a:pt x="3103956" y="644613"/>
                </a:lnTo>
                <a:lnTo>
                  <a:pt x="2511738" y="1289225"/>
                </a:lnTo>
                <a:lnTo>
                  <a:pt x="0" y="1289225"/>
                </a:lnTo>
                <a:lnTo>
                  <a:pt x="592218" y="644613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 anchorCtr="1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4</a:t>
            </a:r>
          </a:p>
        </p:txBody>
      </p:sp>
      <p:sp>
        <p:nvSpPr>
          <p:cNvPr id="31" name="Espace réservé du texte 12">
            <a:extLst>
              <a:ext uri="{FF2B5EF4-FFF2-40B4-BE49-F238E27FC236}">
                <a16:creationId xmlns:a16="http://schemas.microsoft.com/office/drawing/2014/main" id="{88AD2F90-3E58-4711-A917-780A2039D1E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33255" y="2944864"/>
            <a:ext cx="1918444" cy="338106"/>
          </a:xfrm>
        </p:spPr>
        <p:txBody>
          <a:bodyPr/>
          <a:lstStyle>
            <a:lvl1pPr algn="ctr">
              <a:defRPr/>
            </a:lvl1pPr>
            <a:lvl2pPr algn="ctr">
              <a:spcAft>
                <a:spcPts val="450"/>
              </a:spcAft>
              <a:buNone/>
              <a:defRPr lang="fr-FR" sz="1275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5pPr>
              <a:defRPr/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endParaRPr lang="fr-FR"/>
          </a:p>
          <a:p>
            <a:pPr lvl="1"/>
            <a:r>
              <a:rPr lang="fr-FR"/>
              <a:t>Lorem ipsum </a:t>
            </a:r>
            <a:r>
              <a:rPr lang="fr-FR" err="1"/>
              <a:t>dolor</a:t>
            </a:r>
            <a:endParaRPr lang="fr-FR"/>
          </a:p>
        </p:txBody>
      </p:sp>
      <p:sp>
        <p:nvSpPr>
          <p:cNvPr id="32" name="Espace réservé du texte 12">
            <a:extLst>
              <a:ext uri="{FF2B5EF4-FFF2-40B4-BE49-F238E27FC236}">
                <a16:creationId xmlns:a16="http://schemas.microsoft.com/office/drawing/2014/main" id="{F49A95ED-C2F7-43DE-BFFA-60E2BE66C04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31952" y="2944864"/>
            <a:ext cx="1918444" cy="338106"/>
          </a:xfrm>
        </p:spPr>
        <p:txBody>
          <a:bodyPr/>
          <a:lstStyle>
            <a:lvl1pPr algn="ctr">
              <a:defRPr/>
            </a:lvl1pPr>
            <a:lvl2pPr algn="ctr">
              <a:spcAft>
                <a:spcPts val="450"/>
              </a:spcAft>
              <a:buNone/>
              <a:defRPr lang="fr-FR" sz="1275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5pPr>
              <a:defRPr/>
            </a:lvl5pPr>
          </a:lstStyle>
          <a:p>
            <a:pPr lvl="0"/>
            <a:r>
              <a:rPr lang="fr-FR"/>
              <a:t>Lorem ipsum</a:t>
            </a:r>
          </a:p>
          <a:p>
            <a:pPr lvl="1"/>
            <a:r>
              <a:rPr lang="fr-FR"/>
              <a:t>Lorem ipsum </a:t>
            </a:r>
            <a:r>
              <a:rPr lang="fr-FR" err="1"/>
              <a:t>dolor</a:t>
            </a:r>
            <a:endParaRPr lang="fr-FR"/>
          </a:p>
        </p:txBody>
      </p:sp>
      <p:sp>
        <p:nvSpPr>
          <p:cNvPr id="33" name="Espace réservé du texte 12">
            <a:extLst>
              <a:ext uri="{FF2B5EF4-FFF2-40B4-BE49-F238E27FC236}">
                <a16:creationId xmlns:a16="http://schemas.microsoft.com/office/drawing/2014/main" id="{B3DEFAA0-EA6E-4ECD-9811-2AD541E1CA0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682604" y="2944864"/>
            <a:ext cx="1918444" cy="338106"/>
          </a:xfrm>
        </p:spPr>
        <p:txBody>
          <a:bodyPr/>
          <a:lstStyle>
            <a:lvl1pPr algn="ctr">
              <a:defRPr/>
            </a:lvl1pPr>
            <a:lvl2pPr algn="ctr">
              <a:spcAft>
                <a:spcPts val="450"/>
              </a:spcAft>
              <a:buNone/>
              <a:defRPr lang="fr-FR" sz="1275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5pPr>
              <a:defRPr/>
            </a:lvl5pPr>
          </a:lstStyle>
          <a:p>
            <a:pPr lvl="0"/>
            <a:r>
              <a:rPr lang="fr-FR"/>
              <a:t>Lorem ipsum</a:t>
            </a:r>
          </a:p>
          <a:p>
            <a:pPr lvl="1"/>
            <a:r>
              <a:rPr lang="fr-FR"/>
              <a:t>Lorem ipsum </a:t>
            </a:r>
            <a:r>
              <a:rPr lang="fr-FR" err="1"/>
              <a:t>dolor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98102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e 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e la date 9">
            <a:extLst>
              <a:ext uri="{FF2B5EF4-FFF2-40B4-BE49-F238E27FC236}">
                <a16:creationId xmlns:a16="http://schemas.microsoft.com/office/drawing/2014/main" id="{506D7A77-3261-4789-90AF-4391ECC68EB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Document confidentiel - ne pas diffuser                          00 / 00 /2021</a:t>
            </a:r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05070C08-0C4F-480C-A4AD-38AC3DBE4AC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fr-FR"/>
              <a:t>Sujet du document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A20B3F73-B7A3-4D47-82E4-C5AA9E80D66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B54B0F7-55DD-40D6-B7F4-70B586885C0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6" name="Titre 8">
            <a:extLst>
              <a:ext uri="{FF2B5EF4-FFF2-40B4-BE49-F238E27FC236}">
                <a16:creationId xmlns:a16="http://schemas.microsoft.com/office/drawing/2014/main" id="{EC6C1856-89A9-40CF-B4C0-D16A188E2C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043" y="366268"/>
            <a:ext cx="8381655" cy="668933"/>
          </a:xfrm>
        </p:spPr>
        <p:txBody>
          <a:bodyPr/>
          <a:lstStyle>
            <a:lvl1pPr>
              <a:lnSpc>
                <a:spcPct val="84000"/>
              </a:lnSpc>
              <a:defRPr sz="2588"/>
            </a:lvl1pPr>
          </a:lstStyle>
          <a:p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consectetuer</a:t>
            </a:r>
            <a:br>
              <a:rPr lang="fr-FR"/>
            </a:b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diam </a:t>
            </a:r>
            <a:r>
              <a:rPr lang="fr-FR" err="1"/>
              <a:t>nonummy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 </a:t>
            </a:r>
            <a:r>
              <a:rPr lang="fr-FR" err="1"/>
              <a:t>euismod</a:t>
            </a:r>
            <a:endParaRPr lang="fr-FR"/>
          </a:p>
        </p:txBody>
      </p:sp>
      <p:sp>
        <p:nvSpPr>
          <p:cNvPr id="19" name="Espace réservé du texte 12">
            <a:extLst>
              <a:ext uri="{FF2B5EF4-FFF2-40B4-BE49-F238E27FC236}">
                <a16:creationId xmlns:a16="http://schemas.microsoft.com/office/drawing/2014/main" id="{F0C630BF-41CF-4CB9-8F07-2DB7ACDA189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4329" y="1217276"/>
            <a:ext cx="4288323" cy="734496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EC2E2208-2F77-4260-9C56-272D6A66665B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5288348" y="2225381"/>
            <a:ext cx="1119596" cy="449955"/>
          </a:xfrm>
          <a:prstGeom prst="rect">
            <a:avLst/>
          </a:prstGeom>
          <a:gradFill>
            <a:gsLst>
              <a:gs pos="0">
                <a:srgbClr val="FED36B"/>
              </a:gs>
              <a:gs pos="50000">
                <a:srgbClr val="FED36B"/>
              </a:gs>
              <a:gs pos="100000">
                <a:srgbClr val="FED36B"/>
              </a:gs>
            </a:gsLst>
          </a:gra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0" tIns="0" anchor="ctr" anchorCtr="1">
            <a:noAutofit/>
          </a:bodyPr>
          <a:lstStyle>
            <a:lvl1pPr algn="ctr">
              <a:lnSpc>
                <a:spcPct val="101000"/>
              </a:lnSpc>
              <a:defRPr sz="975" b="1" cap="none" baseline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1000"/>
              </a:lnSpc>
              <a:buNone/>
              <a:defRPr sz="3000" b="1">
                <a:solidFill>
                  <a:schemeClr val="bg1"/>
                </a:solidFill>
                <a:latin typeface="+mj-lt"/>
              </a:defRPr>
            </a:lvl2pPr>
            <a:lvl3pPr algn="ctr">
              <a:defRPr/>
            </a:lvl3pPr>
            <a:lvl5pPr>
              <a:defRPr/>
            </a:lvl5pPr>
          </a:lstStyle>
          <a:p>
            <a:pPr lvl="0"/>
            <a:r>
              <a:rPr lang="fr-FR"/>
              <a:t>Achats</a:t>
            </a:r>
          </a:p>
        </p:txBody>
      </p:sp>
      <p:sp>
        <p:nvSpPr>
          <p:cNvPr id="38" name="Espace réservé du texte 12">
            <a:extLst>
              <a:ext uri="{FF2B5EF4-FFF2-40B4-BE49-F238E27FC236}">
                <a16:creationId xmlns:a16="http://schemas.microsoft.com/office/drawing/2014/main" id="{B1206C18-7BDF-4EAF-86E6-17F19F882B4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173570" y="1664652"/>
            <a:ext cx="1298453" cy="466281"/>
          </a:xfrm>
        </p:spPr>
        <p:txBody>
          <a:bodyPr/>
          <a:lstStyle>
            <a:lvl1pPr algn="ctr">
              <a:defRPr lang="fr-FR" sz="3000" b="1" kern="1200" dirty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5pPr>
              <a:defRPr/>
            </a:lvl5pPr>
          </a:lstStyle>
          <a:p>
            <a:pPr lvl="0"/>
            <a:r>
              <a:rPr lang="fr-FR"/>
              <a:t>5,7 </a:t>
            </a:r>
          </a:p>
        </p:txBody>
      </p:sp>
      <p:sp>
        <p:nvSpPr>
          <p:cNvPr id="28" name="Espace réservé du texte 12">
            <a:extLst>
              <a:ext uri="{FF2B5EF4-FFF2-40B4-BE49-F238E27FC236}">
                <a16:creationId xmlns:a16="http://schemas.microsoft.com/office/drawing/2014/main" id="{C44CA4CE-B74A-40DC-8C5B-FF2B89C6E4A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454012" y="2232524"/>
            <a:ext cx="1298453" cy="373051"/>
          </a:xfrm>
        </p:spPr>
        <p:txBody>
          <a:bodyPr/>
          <a:lstStyle>
            <a:lvl1pPr algn="ctr">
              <a:defRPr lang="fr-FR" sz="24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5pPr>
              <a:defRPr/>
            </a:lvl5pPr>
          </a:lstStyle>
          <a:p>
            <a:pPr lvl="0"/>
            <a:r>
              <a:rPr lang="fr-FR"/>
              <a:t>4,2 Md€</a:t>
            </a:r>
          </a:p>
        </p:txBody>
      </p:sp>
      <p:sp>
        <p:nvSpPr>
          <p:cNvPr id="31" name="Espace réservé du texte 12">
            <a:extLst>
              <a:ext uri="{FF2B5EF4-FFF2-40B4-BE49-F238E27FC236}">
                <a16:creationId xmlns:a16="http://schemas.microsoft.com/office/drawing/2014/main" id="{E6609425-0DB6-4379-B88A-215A878462C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735155" y="2725233"/>
            <a:ext cx="1298453" cy="326371"/>
          </a:xfrm>
        </p:spPr>
        <p:txBody>
          <a:bodyPr/>
          <a:lstStyle>
            <a:lvl1pPr algn="ctr">
              <a:defRPr lang="fr-FR" sz="2100" b="1" kern="1200" dirty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1pPr>
            <a:lvl5pPr>
              <a:defRPr/>
            </a:lvl5pPr>
          </a:lstStyle>
          <a:p>
            <a:pPr lvl="0"/>
            <a:r>
              <a:rPr lang="fr-FR"/>
              <a:t>3,3 Md€</a:t>
            </a:r>
          </a:p>
        </p:txBody>
      </p:sp>
      <p:sp>
        <p:nvSpPr>
          <p:cNvPr id="32" name="Espace réservé du texte 19">
            <a:extLst>
              <a:ext uri="{FF2B5EF4-FFF2-40B4-BE49-F238E27FC236}">
                <a16:creationId xmlns:a16="http://schemas.microsoft.com/office/drawing/2014/main" id="{D1E61153-84ED-472F-A30C-AEBF0FB66D58}"/>
              </a:ext>
            </a:extLst>
          </p:cNvPr>
          <p:cNvSpPr>
            <a:spLocks noGrp="1" noChangeAspect="1"/>
          </p:cNvSpPr>
          <p:nvPr>
            <p:ph type="body" sz="quarter" idx="53" hasCustomPrompt="1"/>
          </p:nvPr>
        </p:nvSpPr>
        <p:spPr>
          <a:xfrm>
            <a:off x="5288348" y="2679994"/>
            <a:ext cx="1119596" cy="449955"/>
          </a:xfrm>
          <a:prstGeom prst="rect">
            <a:avLst/>
          </a:prstGeom>
          <a:gradFill>
            <a:gsLst>
              <a:gs pos="0">
                <a:srgbClr val="FED36B"/>
              </a:gs>
              <a:gs pos="50000">
                <a:srgbClr val="FED36B"/>
              </a:gs>
              <a:gs pos="100000">
                <a:srgbClr val="FED36B"/>
              </a:gs>
            </a:gsLst>
          </a:gra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0" tIns="0" anchor="ctr" anchorCtr="1">
            <a:noAutofit/>
          </a:bodyPr>
          <a:lstStyle>
            <a:lvl1pPr algn="ctr">
              <a:lnSpc>
                <a:spcPct val="101000"/>
              </a:lnSpc>
              <a:defRPr sz="975" b="1" cap="none" baseline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1000"/>
              </a:lnSpc>
              <a:buNone/>
              <a:defRPr sz="3000" b="1">
                <a:solidFill>
                  <a:schemeClr val="bg1"/>
                </a:solidFill>
                <a:latin typeface="+mj-lt"/>
              </a:defRPr>
            </a:lvl2pPr>
            <a:lvl3pPr algn="ctr">
              <a:defRPr/>
            </a:lvl3pPr>
            <a:lvl5pPr>
              <a:defRPr/>
            </a:lvl5pPr>
          </a:lstStyle>
          <a:p>
            <a:pPr lvl="0"/>
            <a:r>
              <a:rPr lang="fr-FR"/>
              <a:t>Charges </a:t>
            </a:r>
            <a:br>
              <a:rPr lang="fr-FR"/>
            </a:br>
            <a:r>
              <a:rPr lang="fr-FR"/>
              <a:t>de personnel</a:t>
            </a:r>
          </a:p>
        </p:txBody>
      </p:sp>
      <p:sp>
        <p:nvSpPr>
          <p:cNvPr id="34" name="Espace réservé du texte 19">
            <a:extLst>
              <a:ext uri="{FF2B5EF4-FFF2-40B4-BE49-F238E27FC236}">
                <a16:creationId xmlns:a16="http://schemas.microsoft.com/office/drawing/2014/main" id="{FD56A59D-C171-4075-95F6-4E5D73603454}"/>
              </a:ext>
            </a:extLst>
          </p:cNvPr>
          <p:cNvSpPr>
            <a:spLocks noGrp="1" noChangeAspect="1"/>
          </p:cNvSpPr>
          <p:nvPr>
            <p:ph type="body" sz="quarter" idx="54" hasCustomPrompt="1"/>
          </p:nvPr>
        </p:nvSpPr>
        <p:spPr>
          <a:xfrm>
            <a:off x="5288348" y="3134607"/>
            <a:ext cx="1119596" cy="449955"/>
          </a:xfrm>
          <a:prstGeom prst="rect">
            <a:avLst/>
          </a:prstGeom>
          <a:gradFill>
            <a:gsLst>
              <a:gs pos="0">
                <a:srgbClr val="FED36B"/>
              </a:gs>
              <a:gs pos="50000">
                <a:srgbClr val="FED36B"/>
              </a:gs>
              <a:gs pos="100000">
                <a:srgbClr val="FED36B"/>
              </a:gs>
            </a:gsLst>
          </a:gra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0" tIns="0" anchor="ctr" anchorCtr="1">
            <a:noAutofit/>
          </a:bodyPr>
          <a:lstStyle>
            <a:lvl1pPr algn="ctr">
              <a:lnSpc>
                <a:spcPct val="101000"/>
              </a:lnSpc>
              <a:defRPr sz="975" b="1" cap="none" baseline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1000"/>
              </a:lnSpc>
              <a:buNone/>
              <a:defRPr sz="3000" b="1">
                <a:solidFill>
                  <a:schemeClr val="bg1"/>
                </a:solidFill>
                <a:latin typeface="+mj-lt"/>
              </a:defRPr>
            </a:lvl2pPr>
            <a:lvl3pPr algn="ctr">
              <a:defRPr/>
            </a:lvl3pPr>
            <a:lvl5pPr>
              <a:defRPr/>
            </a:lvl5pPr>
          </a:lstStyle>
          <a:p>
            <a:pPr lvl="0"/>
            <a:r>
              <a:rPr lang="fr-FR"/>
              <a:t>Taxes</a:t>
            </a:r>
          </a:p>
        </p:txBody>
      </p:sp>
      <p:sp>
        <p:nvSpPr>
          <p:cNvPr id="42" name="Espace réservé du texte 19">
            <a:extLst>
              <a:ext uri="{FF2B5EF4-FFF2-40B4-BE49-F238E27FC236}">
                <a16:creationId xmlns:a16="http://schemas.microsoft.com/office/drawing/2014/main" id="{8B4873CE-6659-48B9-9DE0-FD7877982378}"/>
              </a:ext>
            </a:extLst>
          </p:cNvPr>
          <p:cNvSpPr>
            <a:spLocks noGrp="1" noChangeAspect="1"/>
          </p:cNvSpPr>
          <p:nvPr>
            <p:ph type="body" sz="quarter" idx="55" hasCustomPrompt="1"/>
          </p:nvPr>
        </p:nvSpPr>
        <p:spPr>
          <a:xfrm>
            <a:off x="5288348" y="3589220"/>
            <a:ext cx="1119596" cy="449955"/>
          </a:xfrm>
          <a:prstGeom prst="rect">
            <a:avLst/>
          </a:prstGeom>
          <a:gradFill>
            <a:gsLst>
              <a:gs pos="0">
                <a:srgbClr val="FED36B"/>
              </a:gs>
              <a:gs pos="50000">
                <a:srgbClr val="FED36B"/>
              </a:gs>
              <a:gs pos="100000">
                <a:srgbClr val="FED36B"/>
              </a:gs>
            </a:gsLst>
          </a:gra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0" tIns="0" anchor="ctr" anchorCtr="1">
            <a:noAutofit/>
          </a:bodyPr>
          <a:lstStyle>
            <a:lvl1pPr algn="ctr">
              <a:lnSpc>
                <a:spcPct val="101000"/>
              </a:lnSpc>
              <a:defRPr sz="975" b="1" cap="none" baseline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1000"/>
              </a:lnSpc>
              <a:buNone/>
              <a:defRPr sz="3000" b="1">
                <a:solidFill>
                  <a:schemeClr val="bg1"/>
                </a:solidFill>
                <a:latin typeface="+mj-lt"/>
              </a:defRPr>
            </a:lvl2pPr>
            <a:lvl3pPr algn="ctr">
              <a:defRPr/>
            </a:lvl3pPr>
            <a:lvl5pPr>
              <a:defRPr/>
            </a:lvl5pPr>
          </a:lstStyle>
          <a:p>
            <a:pPr lvl="0"/>
            <a:r>
              <a:rPr lang="fr-FR"/>
              <a:t>APCO</a:t>
            </a:r>
          </a:p>
        </p:txBody>
      </p:sp>
      <p:sp>
        <p:nvSpPr>
          <p:cNvPr id="43" name="Espace réservé du texte 19">
            <a:extLst>
              <a:ext uri="{FF2B5EF4-FFF2-40B4-BE49-F238E27FC236}">
                <a16:creationId xmlns:a16="http://schemas.microsoft.com/office/drawing/2014/main" id="{5150F004-2334-45DF-9F11-67FEC94E64CA}"/>
              </a:ext>
            </a:extLst>
          </p:cNvPr>
          <p:cNvSpPr>
            <a:spLocks noGrp="1" noChangeAspect="1"/>
          </p:cNvSpPr>
          <p:nvPr>
            <p:ph type="body" sz="quarter" idx="56" hasCustomPrompt="1"/>
          </p:nvPr>
        </p:nvSpPr>
        <p:spPr>
          <a:xfrm>
            <a:off x="6511751" y="2679994"/>
            <a:ext cx="1119596" cy="44995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tIns="0" anchor="ctr" anchorCtr="1">
            <a:noAutofit/>
          </a:bodyPr>
          <a:lstStyle>
            <a:lvl1pPr algn="ctr">
              <a:lnSpc>
                <a:spcPct val="101000"/>
              </a:lnSpc>
              <a:defRPr sz="975" b="1" cap="none" baseline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1000"/>
              </a:lnSpc>
              <a:buNone/>
              <a:defRPr sz="3000" b="1">
                <a:solidFill>
                  <a:schemeClr val="bg1"/>
                </a:solidFill>
                <a:latin typeface="+mj-lt"/>
              </a:defRPr>
            </a:lvl2pPr>
            <a:lvl3pPr algn="ctr">
              <a:defRPr/>
            </a:lvl3pPr>
            <a:lvl5pPr>
              <a:defRPr/>
            </a:lvl5pPr>
          </a:lstStyle>
          <a:p>
            <a:pPr lvl="0"/>
            <a:r>
              <a:rPr lang="fr-FR"/>
              <a:t>Recettes</a:t>
            </a:r>
            <a:br>
              <a:rPr lang="fr-FR"/>
            </a:br>
            <a:r>
              <a:rPr lang="fr-FR"/>
              <a:t>hors TUR</a:t>
            </a:r>
          </a:p>
        </p:txBody>
      </p:sp>
      <p:sp>
        <p:nvSpPr>
          <p:cNvPr id="44" name="Espace réservé du texte 19">
            <a:extLst>
              <a:ext uri="{FF2B5EF4-FFF2-40B4-BE49-F238E27FC236}">
                <a16:creationId xmlns:a16="http://schemas.microsoft.com/office/drawing/2014/main" id="{12410E9B-6EED-4E2F-A284-87BA3B53380E}"/>
              </a:ext>
            </a:extLst>
          </p:cNvPr>
          <p:cNvSpPr>
            <a:spLocks noGrp="1" noChangeAspect="1"/>
          </p:cNvSpPr>
          <p:nvPr>
            <p:ph type="body" sz="quarter" idx="57" hasCustomPrompt="1"/>
          </p:nvPr>
        </p:nvSpPr>
        <p:spPr>
          <a:xfrm>
            <a:off x="6511751" y="3134607"/>
            <a:ext cx="1119596" cy="44995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tIns="0" anchor="ctr" anchorCtr="1">
            <a:noAutofit/>
          </a:bodyPr>
          <a:lstStyle>
            <a:lvl1pPr algn="ctr">
              <a:lnSpc>
                <a:spcPct val="101000"/>
              </a:lnSpc>
              <a:defRPr sz="975" b="1" cap="none" baseline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1000"/>
              </a:lnSpc>
              <a:buNone/>
              <a:defRPr sz="3000" b="1">
                <a:solidFill>
                  <a:schemeClr val="bg1"/>
                </a:solidFill>
                <a:latin typeface="+mj-lt"/>
              </a:defRPr>
            </a:lvl2pPr>
            <a:lvl3pPr algn="ctr">
              <a:defRPr/>
            </a:lvl3pPr>
            <a:lvl5pPr>
              <a:defRPr/>
            </a:lvl5pPr>
          </a:lstStyle>
          <a:p>
            <a:pPr lvl="0"/>
            <a:r>
              <a:rPr lang="fr-FR"/>
              <a:t>Lorem</a:t>
            </a:r>
          </a:p>
        </p:txBody>
      </p:sp>
      <p:sp>
        <p:nvSpPr>
          <p:cNvPr id="45" name="Espace réservé du texte 19">
            <a:extLst>
              <a:ext uri="{FF2B5EF4-FFF2-40B4-BE49-F238E27FC236}">
                <a16:creationId xmlns:a16="http://schemas.microsoft.com/office/drawing/2014/main" id="{E386F85F-4883-424E-99BF-75E330D1F563}"/>
              </a:ext>
            </a:extLst>
          </p:cNvPr>
          <p:cNvSpPr>
            <a:spLocks noGrp="1" noChangeAspect="1"/>
          </p:cNvSpPr>
          <p:nvPr>
            <p:ph type="body" sz="quarter" idx="58" hasCustomPrompt="1"/>
          </p:nvPr>
        </p:nvSpPr>
        <p:spPr>
          <a:xfrm>
            <a:off x="6511751" y="3589220"/>
            <a:ext cx="1119596" cy="44995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0" tIns="0" anchor="ctr" anchorCtr="1">
            <a:noAutofit/>
          </a:bodyPr>
          <a:lstStyle>
            <a:lvl1pPr algn="ctr">
              <a:lnSpc>
                <a:spcPct val="101000"/>
              </a:lnSpc>
              <a:defRPr sz="975" b="1" cap="none" baseline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1000"/>
              </a:lnSpc>
              <a:buNone/>
              <a:defRPr sz="3000" b="1">
                <a:solidFill>
                  <a:schemeClr val="bg1"/>
                </a:solidFill>
                <a:latin typeface="+mj-lt"/>
              </a:defRPr>
            </a:lvl2pPr>
            <a:lvl3pPr algn="ctr">
              <a:defRPr/>
            </a:lvl3pPr>
            <a:lvl5pPr>
              <a:defRPr/>
            </a:lvl5pPr>
          </a:lstStyle>
          <a:p>
            <a:pPr lvl="0"/>
            <a:r>
              <a:rPr lang="fr-FR"/>
              <a:t>Achats</a:t>
            </a:r>
          </a:p>
        </p:txBody>
      </p:sp>
      <p:sp>
        <p:nvSpPr>
          <p:cNvPr id="47" name="Espace réservé du texte 19">
            <a:extLst>
              <a:ext uri="{FF2B5EF4-FFF2-40B4-BE49-F238E27FC236}">
                <a16:creationId xmlns:a16="http://schemas.microsoft.com/office/drawing/2014/main" id="{6A6EF977-ECF1-4A13-BC62-EBB96DC6FE26}"/>
              </a:ext>
            </a:extLst>
          </p:cNvPr>
          <p:cNvSpPr>
            <a:spLocks noGrp="1" noChangeAspect="1"/>
          </p:cNvSpPr>
          <p:nvPr>
            <p:ph type="body" sz="quarter" idx="60" hasCustomPrompt="1"/>
          </p:nvPr>
        </p:nvSpPr>
        <p:spPr>
          <a:xfrm>
            <a:off x="7773685" y="3134607"/>
            <a:ext cx="1119596" cy="44995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0" tIns="0" anchor="ctr" anchorCtr="1">
            <a:noAutofit/>
          </a:bodyPr>
          <a:lstStyle>
            <a:lvl1pPr algn="ctr">
              <a:lnSpc>
                <a:spcPct val="101000"/>
              </a:lnSpc>
              <a:defRPr sz="975" b="1" cap="none" baseline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1000"/>
              </a:lnSpc>
              <a:buNone/>
              <a:defRPr sz="3000" b="1">
                <a:solidFill>
                  <a:schemeClr val="bg1"/>
                </a:solidFill>
                <a:latin typeface="+mj-lt"/>
              </a:defRPr>
            </a:lvl2pPr>
            <a:lvl3pPr algn="ctr">
              <a:defRPr/>
            </a:lvl3pPr>
            <a:lvl5pPr>
              <a:defRPr/>
            </a:lvl5pPr>
          </a:lstStyle>
          <a:p>
            <a:pPr lvl="0"/>
            <a:r>
              <a:rPr lang="fr-FR"/>
              <a:t>Lorem</a:t>
            </a:r>
          </a:p>
        </p:txBody>
      </p:sp>
      <p:sp>
        <p:nvSpPr>
          <p:cNvPr id="48" name="Espace réservé du texte 19">
            <a:extLst>
              <a:ext uri="{FF2B5EF4-FFF2-40B4-BE49-F238E27FC236}">
                <a16:creationId xmlns:a16="http://schemas.microsoft.com/office/drawing/2014/main" id="{2C66434E-1D72-4549-96C9-502E8ED5B9D0}"/>
              </a:ext>
            </a:extLst>
          </p:cNvPr>
          <p:cNvSpPr>
            <a:spLocks noGrp="1" noChangeAspect="1"/>
          </p:cNvSpPr>
          <p:nvPr>
            <p:ph type="body" sz="quarter" idx="61" hasCustomPrompt="1"/>
          </p:nvPr>
        </p:nvSpPr>
        <p:spPr>
          <a:xfrm>
            <a:off x="7773685" y="3589220"/>
            <a:ext cx="1119596" cy="44995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0" tIns="0" anchor="ctr" anchorCtr="1">
            <a:noAutofit/>
          </a:bodyPr>
          <a:lstStyle>
            <a:lvl1pPr algn="ctr">
              <a:lnSpc>
                <a:spcPct val="101000"/>
              </a:lnSpc>
              <a:defRPr sz="975" b="1" cap="none" baseline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1000"/>
              </a:lnSpc>
              <a:buNone/>
              <a:defRPr sz="3000" b="1">
                <a:solidFill>
                  <a:schemeClr val="bg1"/>
                </a:solidFill>
                <a:latin typeface="+mj-lt"/>
              </a:defRPr>
            </a:lvl2pPr>
            <a:lvl3pPr algn="ctr">
              <a:defRPr/>
            </a:lvl3pPr>
            <a:lvl5pPr>
              <a:defRPr/>
            </a:lvl5pPr>
          </a:lstStyle>
          <a:p>
            <a:pPr lvl="0"/>
            <a:r>
              <a:rPr lang="fr-FR"/>
              <a:t>Achats</a:t>
            </a:r>
          </a:p>
        </p:txBody>
      </p:sp>
    </p:spTree>
    <p:extLst>
      <p:ext uri="{BB962C8B-B14F-4D97-AF65-F5344CB8AC3E}">
        <p14:creationId xmlns:p14="http://schemas.microsoft.com/office/powerpoint/2010/main" val="16470196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ifesto 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722BB2F-C0D5-4A5B-8CD8-7C18263BD4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314102"/>
            <a:ext cx="9144000" cy="2529260"/>
          </a:xfrm>
          <a:prstGeom prst="rect">
            <a:avLst/>
          </a:prstGeom>
        </p:spPr>
      </p:pic>
      <p:sp>
        <p:nvSpPr>
          <p:cNvPr id="10" name="Espace réservé de la date 9">
            <a:extLst>
              <a:ext uri="{FF2B5EF4-FFF2-40B4-BE49-F238E27FC236}">
                <a16:creationId xmlns:a16="http://schemas.microsoft.com/office/drawing/2014/main" id="{506D7A77-3261-4789-90AF-4391ECC68EB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Document confidentiel - ne pas diffuser                          00 / 00 /2021</a:t>
            </a:r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05070C08-0C4F-480C-A4AD-38AC3DBE4AC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Sujet du document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A20B3F73-B7A3-4D47-82E4-C5AA9E80D66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B54B0F7-55DD-40D6-B7F4-70B586885C0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2" name="Espace réservé du texte 27">
            <a:extLst>
              <a:ext uri="{FF2B5EF4-FFF2-40B4-BE49-F238E27FC236}">
                <a16:creationId xmlns:a16="http://schemas.microsoft.com/office/drawing/2014/main" id="{3468FDD1-723F-4D50-9059-33EBA0CD9153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2333582" y="1353517"/>
            <a:ext cx="4476836" cy="2564606"/>
          </a:xfrm>
          <a:prstGeom prst="rect">
            <a:avLst/>
          </a:prstGeom>
          <a:noFill/>
        </p:spPr>
        <p:txBody>
          <a:bodyPr wrap="square" lIns="0" tIns="108000" anchor="t" anchorCtr="1">
            <a:noAutofit/>
          </a:bodyPr>
          <a:lstStyle>
            <a:lvl1pPr algn="ctr">
              <a:defRPr sz="2400">
                <a:solidFill>
                  <a:schemeClr val="tx2"/>
                </a:solidFill>
                <a:latin typeface="Enedis Medium" pitchFamily="50" charset="0"/>
              </a:defRPr>
            </a:lvl1pPr>
            <a:lvl2pPr marL="0" indent="0" algn="ctr">
              <a:spcAft>
                <a:spcPts val="900"/>
              </a:spcAft>
              <a:buNone/>
              <a:defRPr sz="8250" b="1">
                <a:solidFill>
                  <a:schemeClr val="tx2"/>
                </a:solidFill>
                <a:latin typeface="Enedis Black" pitchFamily="50" charset="0"/>
              </a:defRPr>
            </a:lvl2pPr>
            <a:lvl3pPr algn="ctr">
              <a:defRPr/>
            </a:lvl3pPr>
            <a:lvl5pPr>
              <a:defRPr/>
            </a:lvl5pPr>
          </a:lstStyle>
          <a:p>
            <a:pPr lvl="0"/>
            <a:r>
              <a:rPr lang="fr-FR"/>
              <a:t>Lorem ipsum </a:t>
            </a:r>
          </a:p>
          <a:p>
            <a:pPr lvl="1"/>
            <a:r>
              <a:rPr lang="fr-FR"/>
              <a:t>56%</a:t>
            </a:r>
          </a:p>
        </p:txBody>
      </p:sp>
    </p:spTree>
    <p:extLst>
      <p:ext uri="{BB962C8B-B14F-4D97-AF65-F5344CB8AC3E}">
        <p14:creationId xmlns:p14="http://schemas.microsoft.com/office/powerpoint/2010/main" val="20934384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ifesto 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e la date 9">
            <a:extLst>
              <a:ext uri="{FF2B5EF4-FFF2-40B4-BE49-F238E27FC236}">
                <a16:creationId xmlns:a16="http://schemas.microsoft.com/office/drawing/2014/main" id="{506D7A77-3261-4789-90AF-4391ECC68EB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Document confidentiel - ne pas diffuser                          00 / 00 /2021</a:t>
            </a:r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05070C08-0C4F-480C-A4AD-38AC3DBE4AC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Sujet du document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A20B3F73-B7A3-4D47-82E4-C5AA9E80D66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B54B0F7-55DD-40D6-B7F4-70B586885C0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4" name="Titre 8">
            <a:extLst>
              <a:ext uri="{FF2B5EF4-FFF2-40B4-BE49-F238E27FC236}">
                <a16:creationId xmlns:a16="http://schemas.microsoft.com/office/drawing/2014/main" id="{84C899FF-869A-4315-A506-197107D1CE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043" y="366268"/>
            <a:ext cx="8381655" cy="668933"/>
          </a:xfrm>
        </p:spPr>
        <p:txBody>
          <a:bodyPr/>
          <a:lstStyle>
            <a:lvl1pPr>
              <a:lnSpc>
                <a:spcPct val="84000"/>
              </a:lnSpc>
              <a:defRPr sz="2588">
                <a:solidFill>
                  <a:schemeClr val="tx2"/>
                </a:solidFill>
              </a:defRPr>
            </a:lvl1pPr>
          </a:lstStyle>
          <a:p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consectetuer</a:t>
            </a:r>
            <a:br>
              <a:rPr lang="fr-FR"/>
            </a:b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diam </a:t>
            </a:r>
            <a:r>
              <a:rPr lang="fr-FR" err="1"/>
              <a:t>nonummy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 </a:t>
            </a:r>
            <a:r>
              <a:rPr lang="fr-FR" err="1"/>
              <a:t>euismod</a:t>
            </a:r>
            <a:endParaRPr lang="fr-FR"/>
          </a:p>
        </p:txBody>
      </p:sp>
      <p:sp>
        <p:nvSpPr>
          <p:cNvPr id="22" name="Espace réservé pour une image  4">
            <a:extLst>
              <a:ext uri="{FF2B5EF4-FFF2-40B4-BE49-F238E27FC236}">
                <a16:creationId xmlns:a16="http://schemas.microsoft.com/office/drawing/2014/main" id="{E04FBDC5-3108-4A68-A848-7297022E59E6}"/>
              </a:ext>
            </a:extLst>
          </p:cNvPr>
          <p:cNvSpPr>
            <a:spLocks noGrp="1" noChangeAspect="1"/>
          </p:cNvSpPr>
          <p:nvPr>
            <p:ph type="pic" sz="quarter" idx="36"/>
          </p:nvPr>
        </p:nvSpPr>
        <p:spPr>
          <a:xfrm>
            <a:off x="312860" y="1486376"/>
            <a:ext cx="564545" cy="513029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fr-FR"/>
          </a:p>
        </p:txBody>
      </p:sp>
      <p:sp>
        <p:nvSpPr>
          <p:cNvPr id="33" name="Espace réservé du texte 12">
            <a:extLst>
              <a:ext uri="{FF2B5EF4-FFF2-40B4-BE49-F238E27FC236}">
                <a16:creationId xmlns:a16="http://schemas.microsoft.com/office/drawing/2014/main" id="{9A2FB658-A970-44CD-B06F-03C5C99E8A9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53357" y="1494814"/>
            <a:ext cx="3315686" cy="897618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buNone/>
              <a:defRPr lang="fr-FR" sz="1275" b="1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0" indent="0" algn="l">
              <a:buNone/>
              <a:defRPr sz="3600">
                <a:solidFill>
                  <a:schemeClr val="tx2"/>
                </a:solidFill>
                <a:latin typeface="Enedis Black" pitchFamily="50" charset="0"/>
              </a:defRPr>
            </a:lvl3pPr>
            <a:lvl5pPr>
              <a:defRPr/>
            </a:lvl5pPr>
          </a:lstStyle>
          <a:p>
            <a:pPr lvl="0"/>
            <a:r>
              <a:rPr lang="fr-FR"/>
              <a:t>Lorem ipsum</a:t>
            </a:r>
          </a:p>
          <a:p>
            <a:pPr lvl="1"/>
            <a:r>
              <a:rPr lang="fr-FR"/>
              <a:t>Lorem ipsum </a:t>
            </a:r>
            <a:r>
              <a:rPr lang="fr-FR" err="1"/>
              <a:t>dolor</a:t>
            </a:r>
            <a:endParaRPr lang="fr-FR"/>
          </a:p>
          <a:p>
            <a:pPr lvl="2"/>
            <a:r>
              <a:rPr lang="fr-FR"/>
              <a:t>55%</a:t>
            </a:r>
          </a:p>
        </p:txBody>
      </p:sp>
      <p:sp>
        <p:nvSpPr>
          <p:cNvPr id="19" name="Espace réservé pour une image  4">
            <a:extLst>
              <a:ext uri="{FF2B5EF4-FFF2-40B4-BE49-F238E27FC236}">
                <a16:creationId xmlns:a16="http://schemas.microsoft.com/office/drawing/2014/main" id="{415F1AA5-3FCD-45E1-BBFF-217B1CFBC102}"/>
              </a:ext>
            </a:extLst>
          </p:cNvPr>
          <p:cNvSpPr>
            <a:spLocks noGrp="1" noChangeAspect="1"/>
          </p:cNvSpPr>
          <p:nvPr>
            <p:ph type="pic" sz="quarter" idx="51"/>
          </p:nvPr>
        </p:nvSpPr>
        <p:spPr>
          <a:xfrm>
            <a:off x="312860" y="3102080"/>
            <a:ext cx="564545" cy="513029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fr-FR"/>
          </a:p>
        </p:txBody>
      </p:sp>
      <p:sp>
        <p:nvSpPr>
          <p:cNvPr id="20" name="Espace réservé du texte 12">
            <a:extLst>
              <a:ext uri="{FF2B5EF4-FFF2-40B4-BE49-F238E27FC236}">
                <a16:creationId xmlns:a16="http://schemas.microsoft.com/office/drawing/2014/main" id="{5E9425B2-50D3-4973-9F52-A367FAC071B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53357" y="3142972"/>
            <a:ext cx="3315686" cy="897618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buNone/>
              <a:defRPr lang="fr-FR" sz="1275" b="1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0" indent="0" algn="l">
              <a:buNone/>
              <a:defRPr sz="3600">
                <a:solidFill>
                  <a:schemeClr val="tx2"/>
                </a:solidFill>
                <a:latin typeface="Enedis Black" pitchFamily="50" charset="0"/>
              </a:defRPr>
            </a:lvl3pPr>
            <a:lvl5pPr>
              <a:defRPr/>
            </a:lvl5pPr>
          </a:lstStyle>
          <a:p>
            <a:pPr lvl="0"/>
            <a:r>
              <a:rPr lang="fr-FR"/>
              <a:t>Lorem ipsum</a:t>
            </a:r>
          </a:p>
          <a:p>
            <a:pPr lvl="1"/>
            <a:r>
              <a:rPr lang="fr-FR"/>
              <a:t>Lorem ipsum </a:t>
            </a:r>
            <a:r>
              <a:rPr lang="fr-FR" err="1"/>
              <a:t>dolor</a:t>
            </a:r>
            <a:endParaRPr lang="fr-FR"/>
          </a:p>
          <a:p>
            <a:pPr lvl="2"/>
            <a:r>
              <a:rPr lang="fr-FR"/>
              <a:t>55%</a:t>
            </a:r>
          </a:p>
        </p:txBody>
      </p:sp>
      <p:sp>
        <p:nvSpPr>
          <p:cNvPr id="21" name="Espace réservé du texte 12">
            <a:extLst>
              <a:ext uri="{FF2B5EF4-FFF2-40B4-BE49-F238E27FC236}">
                <a16:creationId xmlns:a16="http://schemas.microsoft.com/office/drawing/2014/main" id="{35FBF5A5-373B-4A7A-85EA-800E004FD4C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355360" y="1486375"/>
            <a:ext cx="3260003" cy="897618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buNone/>
              <a:defRPr lang="fr-FR" sz="1275" b="1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0" indent="0" algn="l">
              <a:buNone/>
              <a:defRPr sz="3600">
                <a:solidFill>
                  <a:schemeClr val="tx2"/>
                </a:solidFill>
                <a:latin typeface="Enedis Black" pitchFamily="50" charset="0"/>
              </a:defRPr>
            </a:lvl3pPr>
            <a:lvl5pPr>
              <a:defRPr/>
            </a:lvl5pPr>
          </a:lstStyle>
          <a:p>
            <a:pPr lvl="0"/>
            <a:r>
              <a:rPr lang="fr-FR"/>
              <a:t>Lorem ipsum</a:t>
            </a:r>
          </a:p>
          <a:p>
            <a:pPr lvl="1"/>
            <a:r>
              <a:rPr lang="fr-FR"/>
              <a:t>Lorem ipsum </a:t>
            </a:r>
            <a:r>
              <a:rPr lang="fr-FR" err="1"/>
              <a:t>dolor</a:t>
            </a:r>
            <a:endParaRPr lang="fr-FR"/>
          </a:p>
          <a:p>
            <a:pPr lvl="2"/>
            <a:r>
              <a:rPr lang="fr-FR"/>
              <a:t>55%</a:t>
            </a:r>
          </a:p>
        </p:txBody>
      </p:sp>
      <p:sp>
        <p:nvSpPr>
          <p:cNvPr id="23" name="Espace réservé du texte 12">
            <a:extLst>
              <a:ext uri="{FF2B5EF4-FFF2-40B4-BE49-F238E27FC236}">
                <a16:creationId xmlns:a16="http://schemas.microsoft.com/office/drawing/2014/main" id="{3B8D7F78-F4A3-4D59-9074-27EF37392FB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355360" y="3134534"/>
            <a:ext cx="3260003" cy="897618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buNone/>
              <a:defRPr lang="fr-FR" sz="1275" b="1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0" indent="0" algn="l">
              <a:buNone/>
              <a:defRPr sz="3600">
                <a:solidFill>
                  <a:schemeClr val="tx2"/>
                </a:solidFill>
                <a:latin typeface="Enedis Black" pitchFamily="50" charset="0"/>
              </a:defRPr>
            </a:lvl3pPr>
            <a:lvl5pPr>
              <a:defRPr/>
            </a:lvl5pPr>
          </a:lstStyle>
          <a:p>
            <a:pPr lvl="0"/>
            <a:r>
              <a:rPr lang="fr-FR"/>
              <a:t>Lorem ipsum</a:t>
            </a:r>
          </a:p>
          <a:p>
            <a:pPr lvl="1"/>
            <a:r>
              <a:rPr lang="fr-FR"/>
              <a:t>Lorem ipsum </a:t>
            </a:r>
            <a:r>
              <a:rPr lang="fr-FR" err="1"/>
              <a:t>dolor</a:t>
            </a:r>
            <a:endParaRPr lang="fr-FR"/>
          </a:p>
          <a:p>
            <a:pPr lvl="2"/>
            <a:r>
              <a:rPr lang="fr-FR"/>
              <a:t>55%</a:t>
            </a:r>
          </a:p>
        </p:txBody>
      </p:sp>
      <p:sp>
        <p:nvSpPr>
          <p:cNvPr id="24" name="Espace réservé pour une image  4">
            <a:extLst>
              <a:ext uri="{FF2B5EF4-FFF2-40B4-BE49-F238E27FC236}">
                <a16:creationId xmlns:a16="http://schemas.microsoft.com/office/drawing/2014/main" id="{EF074B27-C626-40F3-A139-E1C2F76E70CF}"/>
              </a:ext>
            </a:extLst>
          </p:cNvPr>
          <p:cNvSpPr>
            <a:spLocks noGrp="1" noChangeAspect="1"/>
          </p:cNvSpPr>
          <p:nvPr>
            <p:ph type="pic" sz="quarter" idx="55"/>
          </p:nvPr>
        </p:nvSpPr>
        <p:spPr>
          <a:xfrm>
            <a:off x="4642416" y="1507807"/>
            <a:ext cx="564545" cy="513029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fr-FR"/>
          </a:p>
        </p:txBody>
      </p:sp>
      <p:sp>
        <p:nvSpPr>
          <p:cNvPr id="25" name="Espace réservé pour une image  4">
            <a:extLst>
              <a:ext uri="{FF2B5EF4-FFF2-40B4-BE49-F238E27FC236}">
                <a16:creationId xmlns:a16="http://schemas.microsoft.com/office/drawing/2014/main" id="{51512C5B-4839-4393-9DAE-584334376F99}"/>
              </a:ext>
            </a:extLst>
          </p:cNvPr>
          <p:cNvSpPr>
            <a:spLocks noGrp="1" noChangeAspect="1"/>
          </p:cNvSpPr>
          <p:nvPr>
            <p:ph type="pic" sz="quarter" idx="56"/>
          </p:nvPr>
        </p:nvSpPr>
        <p:spPr>
          <a:xfrm>
            <a:off x="4642416" y="3123511"/>
            <a:ext cx="564545" cy="513029"/>
          </a:xfrm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22451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nifesto L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5C6D5BA-D7D3-4F5E-A24B-E551D1753BAD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0" name="Espace réservé de la date 9">
            <a:extLst>
              <a:ext uri="{FF2B5EF4-FFF2-40B4-BE49-F238E27FC236}">
                <a16:creationId xmlns:a16="http://schemas.microsoft.com/office/drawing/2014/main" id="{506D7A77-3261-4789-90AF-4391ECC68EB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Document confidentiel - ne pas diffuser                          00 / 00 /2021</a:t>
            </a:r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05070C08-0C4F-480C-A4AD-38AC3DBE4AC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Sujet du document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A20B3F73-B7A3-4D47-82E4-C5AA9E80D66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54B0F7-55DD-40D6-B7F4-70B586885C0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4" name="Titre 8">
            <a:extLst>
              <a:ext uri="{FF2B5EF4-FFF2-40B4-BE49-F238E27FC236}">
                <a16:creationId xmlns:a16="http://schemas.microsoft.com/office/drawing/2014/main" id="{84C899FF-869A-4315-A506-197107D1CE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14" y="1381156"/>
            <a:ext cx="6615949" cy="2326791"/>
          </a:xfrm>
        </p:spPr>
        <p:txBody>
          <a:bodyPr anchor="ctr"/>
          <a:lstStyle>
            <a:lvl1pPr>
              <a:lnSpc>
                <a:spcPct val="90000"/>
              </a:lnSpc>
              <a:defRPr sz="2400">
                <a:solidFill>
                  <a:schemeClr val="bg1"/>
                </a:solidFill>
              </a:defRPr>
            </a:lvl1pPr>
          </a:lstStyle>
          <a:p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consectetuer</a:t>
            </a:r>
            <a:br>
              <a:rPr lang="fr-FR"/>
            </a:b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diam </a:t>
            </a:r>
            <a:r>
              <a:rPr lang="fr-FR" err="1"/>
              <a:t>nonummy</a:t>
            </a:r>
            <a:r>
              <a:rPr lang="fr-FR"/>
              <a:t> </a:t>
            </a:r>
            <a:r>
              <a:rPr lang="fr-FR" err="1"/>
              <a:t>nibh</a:t>
            </a:r>
            <a:br>
              <a:rPr lang="fr-FR"/>
            </a:br>
            <a:r>
              <a:rPr lang="fr-FR" err="1"/>
              <a:t>euismod</a:t>
            </a:r>
            <a:r>
              <a:rPr lang="fr-FR"/>
              <a:t> </a:t>
            </a:r>
            <a:r>
              <a:rPr lang="fr-FR" err="1"/>
              <a:t>tincidunt</a:t>
            </a:r>
            <a:r>
              <a:rPr lang="fr-FR"/>
              <a:t> ut </a:t>
            </a:r>
            <a:r>
              <a:rPr lang="fr-FR" err="1"/>
              <a:t>laoreet</a:t>
            </a:r>
            <a:r>
              <a:rPr lang="fr-FR"/>
              <a:t> </a:t>
            </a:r>
            <a:r>
              <a:rPr lang="fr-FR" err="1"/>
              <a:t>dolore</a:t>
            </a:r>
            <a:r>
              <a:rPr lang="fr-FR"/>
              <a:t> magna</a:t>
            </a:r>
            <a:br>
              <a:rPr lang="fr-FR"/>
            </a:br>
            <a:r>
              <a:rPr lang="fr-FR" err="1"/>
              <a:t>aliquam</a:t>
            </a:r>
            <a:r>
              <a:rPr lang="fr-FR"/>
              <a:t> erat </a:t>
            </a:r>
            <a:r>
              <a:rPr lang="fr-FR" err="1"/>
              <a:t>volutpat</a:t>
            </a:r>
            <a:r>
              <a:rPr lang="fr-FR"/>
              <a:t>. 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br>
              <a:rPr lang="fr-FR"/>
            </a:b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consectetuer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diam</a:t>
            </a:r>
            <a:br>
              <a:rPr lang="fr-FR"/>
            </a:br>
            <a:r>
              <a:rPr lang="fr-FR" err="1"/>
              <a:t>nonummy</a:t>
            </a:r>
            <a:r>
              <a:rPr lang="fr-FR"/>
              <a:t> </a:t>
            </a:r>
            <a:r>
              <a:rPr lang="fr-FR" err="1"/>
              <a:t>nibh</a:t>
            </a:r>
            <a:r>
              <a:rPr lang="fr-FR"/>
              <a:t> </a:t>
            </a:r>
            <a:r>
              <a:rPr lang="fr-FR" err="1"/>
              <a:t>euismod</a:t>
            </a:r>
            <a:r>
              <a:rPr lang="fr-FR"/>
              <a:t> </a:t>
            </a:r>
            <a:r>
              <a:rPr lang="fr-FR" err="1"/>
              <a:t>tincidunt</a:t>
            </a:r>
            <a:r>
              <a:rPr lang="fr-FR"/>
              <a:t> ut </a:t>
            </a:r>
            <a:r>
              <a:rPr lang="fr-FR" err="1"/>
              <a:t>laoreet</a:t>
            </a:r>
            <a:br>
              <a:rPr lang="fr-FR"/>
            </a:br>
            <a:r>
              <a:rPr lang="fr-FR" err="1"/>
              <a:t>dolore</a:t>
            </a:r>
            <a:r>
              <a:rPr lang="fr-FR"/>
              <a:t> magna </a:t>
            </a:r>
            <a:r>
              <a:rPr lang="fr-FR" err="1"/>
              <a:t>aliquam</a:t>
            </a:r>
            <a:r>
              <a:rPr lang="fr-FR"/>
              <a:t> erat </a:t>
            </a:r>
            <a:r>
              <a:rPr lang="fr-FR" err="1"/>
              <a:t>volutpat</a:t>
            </a:r>
            <a:r>
              <a:rPr lang="fr-FR"/>
              <a:t>.</a:t>
            </a:r>
          </a:p>
        </p:txBody>
      </p:sp>
      <p:sp>
        <p:nvSpPr>
          <p:cNvPr id="13" name="Espace réservé du graphique SmartArt 12">
            <a:extLst>
              <a:ext uri="{FF2B5EF4-FFF2-40B4-BE49-F238E27FC236}">
                <a16:creationId xmlns:a16="http://schemas.microsoft.com/office/drawing/2014/main" id="{224F1CF0-FBFB-43C3-BAE8-803766D5635E}"/>
              </a:ext>
            </a:extLst>
          </p:cNvPr>
          <p:cNvSpPr>
            <a:spLocks noGrp="1" noChangeAspect="1"/>
          </p:cNvSpPr>
          <p:nvPr>
            <p:ph type="dgm" sz="quarter" idx="22"/>
          </p:nvPr>
        </p:nvSpPr>
        <p:spPr>
          <a:xfrm>
            <a:off x="7234238" y="3543831"/>
            <a:ext cx="395288" cy="347441"/>
          </a:xfrm>
          <a:custGeom>
            <a:avLst/>
            <a:gdLst>
              <a:gd name="connsiteX0" fmla="*/ 2101941 w 3665153"/>
              <a:gd name="connsiteY0" fmla="*/ 0 h 3221517"/>
              <a:gd name="connsiteX1" fmla="*/ 3665153 w 3665153"/>
              <a:gd name="connsiteY1" fmla="*/ 0 h 3221517"/>
              <a:gd name="connsiteX2" fmla="*/ 3665153 w 3665153"/>
              <a:gd name="connsiteY2" fmla="*/ 1235816 h 3221517"/>
              <a:gd name="connsiteX3" fmla="*/ 2101941 w 3665153"/>
              <a:gd name="connsiteY3" fmla="*/ 3221517 h 3221517"/>
              <a:gd name="connsiteX4" fmla="*/ 2101941 w 3665153"/>
              <a:gd name="connsiteY4" fmla="*/ 2471631 h 3221517"/>
              <a:gd name="connsiteX5" fmla="*/ 3591250 w 3665153"/>
              <a:gd name="connsiteY5" fmla="*/ 1489310 h 3221517"/>
              <a:gd name="connsiteX6" fmla="*/ 2101941 w 3665153"/>
              <a:gd name="connsiteY6" fmla="*/ 1489310 h 3221517"/>
              <a:gd name="connsiteX7" fmla="*/ 0 w 3665153"/>
              <a:gd name="connsiteY7" fmla="*/ 0 h 3221517"/>
              <a:gd name="connsiteX8" fmla="*/ 1563256 w 3665153"/>
              <a:gd name="connsiteY8" fmla="*/ 0 h 3221517"/>
              <a:gd name="connsiteX9" fmla="*/ 1563256 w 3665153"/>
              <a:gd name="connsiteY9" fmla="*/ 1235816 h 3221517"/>
              <a:gd name="connsiteX10" fmla="*/ 0 w 3665153"/>
              <a:gd name="connsiteY10" fmla="*/ 3221517 h 3221517"/>
              <a:gd name="connsiteX11" fmla="*/ 0 w 3665153"/>
              <a:gd name="connsiteY11" fmla="*/ 2471631 h 3221517"/>
              <a:gd name="connsiteX12" fmla="*/ 1489309 w 3665153"/>
              <a:gd name="connsiteY12" fmla="*/ 1489310 h 3221517"/>
              <a:gd name="connsiteX13" fmla="*/ 0 w 3665153"/>
              <a:gd name="connsiteY13" fmla="*/ 1489310 h 3221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65153" h="3221517">
                <a:moveTo>
                  <a:pt x="2101941" y="0"/>
                </a:moveTo>
                <a:lnTo>
                  <a:pt x="3665153" y="0"/>
                </a:lnTo>
                <a:lnTo>
                  <a:pt x="3665153" y="1235816"/>
                </a:lnTo>
                <a:cubicBezTo>
                  <a:pt x="3665153" y="2323782"/>
                  <a:pt x="3084219" y="3063073"/>
                  <a:pt x="2101941" y="3221517"/>
                </a:cubicBezTo>
                <a:lnTo>
                  <a:pt x="2101941" y="2471631"/>
                </a:lnTo>
                <a:cubicBezTo>
                  <a:pt x="2915267" y="2387089"/>
                  <a:pt x="3432806" y="2027995"/>
                  <a:pt x="3591250" y="1489310"/>
                </a:cubicBezTo>
                <a:lnTo>
                  <a:pt x="2101941" y="1489310"/>
                </a:lnTo>
                <a:close/>
                <a:moveTo>
                  <a:pt x="0" y="0"/>
                </a:moveTo>
                <a:lnTo>
                  <a:pt x="1563256" y="0"/>
                </a:lnTo>
                <a:lnTo>
                  <a:pt x="1563256" y="1235816"/>
                </a:lnTo>
                <a:cubicBezTo>
                  <a:pt x="1563256" y="2323782"/>
                  <a:pt x="982321" y="3063073"/>
                  <a:pt x="0" y="3221517"/>
                </a:cubicBezTo>
                <a:lnTo>
                  <a:pt x="0" y="2471631"/>
                </a:lnTo>
                <a:cubicBezTo>
                  <a:pt x="813326" y="2387089"/>
                  <a:pt x="1330865" y="2027995"/>
                  <a:pt x="1489309" y="1489310"/>
                </a:cubicBezTo>
                <a:lnTo>
                  <a:pt x="0" y="148931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endParaRPr lang="fr-FR"/>
          </a:p>
        </p:txBody>
      </p:sp>
      <p:sp>
        <p:nvSpPr>
          <p:cNvPr id="15" name="Espace réservé du graphique SmartArt 14">
            <a:extLst>
              <a:ext uri="{FF2B5EF4-FFF2-40B4-BE49-F238E27FC236}">
                <a16:creationId xmlns:a16="http://schemas.microsoft.com/office/drawing/2014/main" id="{DAFD4CCF-04AE-4A59-8C17-A9B9BD9EB30F}"/>
              </a:ext>
            </a:extLst>
          </p:cNvPr>
          <p:cNvSpPr>
            <a:spLocks noGrp="1" noChangeAspect="1"/>
          </p:cNvSpPr>
          <p:nvPr>
            <p:ph type="dgm" sz="quarter" idx="23"/>
          </p:nvPr>
        </p:nvSpPr>
        <p:spPr>
          <a:xfrm flipH="1" flipV="1">
            <a:off x="1318795" y="1261279"/>
            <a:ext cx="395288" cy="347441"/>
          </a:xfrm>
          <a:custGeom>
            <a:avLst/>
            <a:gdLst>
              <a:gd name="connsiteX0" fmla="*/ 2101941 w 3665153"/>
              <a:gd name="connsiteY0" fmla="*/ 0 h 3221517"/>
              <a:gd name="connsiteX1" fmla="*/ 3665153 w 3665153"/>
              <a:gd name="connsiteY1" fmla="*/ 0 h 3221517"/>
              <a:gd name="connsiteX2" fmla="*/ 3665153 w 3665153"/>
              <a:gd name="connsiteY2" fmla="*/ 1235816 h 3221517"/>
              <a:gd name="connsiteX3" fmla="*/ 2101941 w 3665153"/>
              <a:gd name="connsiteY3" fmla="*/ 3221517 h 3221517"/>
              <a:gd name="connsiteX4" fmla="*/ 2101941 w 3665153"/>
              <a:gd name="connsiteY4" fmla="*/ 2471631 h 3221517"/>
              <a:gd name="connsiteX5" fmla="*/ 3591250 w 3665153"/>
              <a:gd name="connsiteY5" fmla="*/ 1489310 h 3221517"/>
              <a:gd name="connsiteX6" fmla="*/ 2101941 w 3665153"/>
              <a:gd name="connsiteY6" fmla="*/ 1489310 h 3221517"/>
              <a:gd name="connsiteX7" fmla="*/ 0 w 3665153"/>
              <a:gd name="connsiteY7" fmla="*/ 0 h 3221517"/>
              <a:gd name="connsiteX8" fmla="*/ 1563256 w 3665153"/>
              <a:gd name="connsiteY8" fmla="*/ 0 h 3221517"/>
              <a:gd name="connsiteX9" fmla="*/ 1563256 w 3665153"/>
              <a:gd name="connsiteY9" fmla="*/ 1235816 h 3221517"/>
              <a:gd name="connsiteX10" fmla="*/ 0 w 3665153"/>
              <a:gd name="connsiteY10" fmla="*/ 3221517 h 3221517"/>
              <a:gd name="connsiteX11" fmla="*/ 0 w 3665153"/>
              <a:gd name="connsiteY11" fmla="*/ 2471631 h 3221517"/>
              <a:gd name="connsiteX12" fmla="*/ 1489309 w 3665153"/>
              <a:gd name="connsiteY12" fmla="*/ 1489310 h 3221517"/>
              <a:gd name="connsiteX13" fmla="*/ 0 w 3665153"/>
              <a:gd name="connsiteY13" fmla="*/ 1489310 h 3221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65153" h="3221517">
                <a:moveTo>
                  <a:pt x="2101941" y="0"/>
                </a:moveTo>
                <a:lnTo>
                  <a:pt x="3665153" y="0"/>
                </a:lnTo>
                <a:lnTo>
                  <a:pt x="3665153" y="1235816"/>
                </a:lnTo>
                <a:cubicBezTo>
                  <a:pt x="3665153" y="2323782"/>
                  <a:pt x="3084219" y="3063073"/>
                  <a:pt x="2101941" y="3221517"/>
                </a:cubicBezTo>
                <a:lnTo>
                  <a:pt x="2101941" y="2471631"/>
                </a:lnTo>
                <a:cubicBezTo>
                  <a:pt x="2915267" y="2387089"/>
                  <a:pt x="3432806" y="2027995"/>
                  <a:pt x="3591250" y="1489310"/>
                </a:cubicBezTo>
                <a:lnTo>
                  <a:pt x="2101941" y="1489310"/>
                </a:lnTo>
                <a:close/>
                <a:moveTo>
                  <a:pt x="0" y="0"/>
                </a:moveTo>
                <a:lnTo>
                  <a:pt x="1563256" y="0"/>
                </a:lnTo>
                <a:lnTo>
                  <a:pt x="1563256" y="1235816"/>
                </a:lnTo>
                <a:cubicBezTo>
                  <a:pt x="1563256" y="2323782"/>
                  <a:pt x="982321" y="3063073"/>
                  <a:pt x="0" y="3221517"/>
                </a:cubicBezTo>
                <a:lnTo>
                  <a:pt x="0" y="2471631"/>
                </a:lnTo>
                <a:cubicBezTo>
                  <a:pt x="813326" y="2387089"/>
                  <a:pt x="1330865" y="2027995"/>
                  <a:pt x="1489309" y="1489310"/>
                </a:cubicBezTo>
                <a:lnTo>
                  <a:pt x="0" y="148931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endParaRPr lang="fr-FR"/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75890A77-9FBE-40F4-B1B7-39F2C59591B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88731" y="4854775"/>
            <a:ext cx="575675" cy="116334"/>
            <a:chOff x="3231832" y="7185063"/>
            <a:chExt cx="5132298" cy="1037158"/>
          </a:xfrm>
        </p:grpSpPr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6E12830E-42F6-4B7A-A04C-854507F36BCB}"/>
                </a:ext>
              </a:extLst>
            </p:cNvPr>
            <p:cNvSpPr/>
            <p:nvPr/>
          </p:nvSpPr>
          <p:spPr>
            <a:xfrm>
              <a:off x="5071966" y="7185101"/>
              <a:ext cx="1117644" cy="1037120"/>
            </a:xfrm>
            <a:custGeom>
              <a:avLst/>
              <a:gdLst>
                <a:gd name="connsiteX0" fmla="*/ 519115 w 1117644"/>
                <a:gd name="connsiteY0" fmla="*/ 848219 h 1037120"/>
                <a:gd name="connsiteX1" fmla="*/ 324919 w 1117644"/>
                <a:gd name="connsiteY1" fmla="*/ 668711 h 1037120"/>
                <a:gd name="connsiteX2" fmla="*/ 325338 w 1117644"/>
                <a:gd name="connsiteY2" fmla="*/ 636136 h 1037120"/>
                <a:gd name="connsiteX3" fmla="*/ 739428 w 1117644"/>
                <a:gd name="connsiteY3" fmla="*/ 636136 h 1037120"/>
                <a:gd name="connsiteX4" fmla="*/ 999289 w 1117644"/>
                <a:gd name="connsiteY4" fmla="*/ 394601 h 1037120"/>
                <a:gd name="connsiteX5" fmla="*/ 999289 w 1117644"/>
                <a:gd name="connsiteY5" fmla="*/ 241572 h 1037120"/>
                <a:gd name="connsiteX6" fmla="*/ 739428 w 1117644"/>
                <a:gd name="connsiteY6" fmla="*/ 37 h 1037120"/>
                <a:gd name="connsiteX7" fmla="*/ 378107 w 1117644"/>
                <a:gd name="connsiteY7" fmla="*/ 37 h 1037120"/>
                <a:gd name="connsiteX8" fmla="*/ 317775 w 1117644"/>
                <a:gd name="connsiteY8" fmla="*/ 4647 h 1037120"/>
                <a:gd name="connsiteX9" fmla="*/ 118684 w 1117644"/>
                <a:gd name="connsiteY9" fmla="*/ 241572 h 1037120"/>
                <a:gd name="connsiteX10" fmla="*/ 118684 w 1117644"/>
                <a:gd name="connsiteY10" fmla="*/ 330402 h 1037120"/>
                <a:gd name="connsiteX11" fmla="*/ 151850 w 1117644"/>
                <a:gd name="connsiteY11" fmla="*/ 367302 h 1037120"/>
                <a:gd name="connsiteX12" fmla="*/ 292096 w 1117644"/>
                <a:gd name="connsiteY12" fmla="*/ 367302 h 1037120"/>
                <a:gd name="connsiteX13" fmla="*/ 325300 w 1117644"/>
                <a:gd name="connsiteY13" fmla="*/ 330402 h 1037120"/>
                <a:gd name="connsiteX14" fmla="*/ 325300 w 1117644"/>
                <a:gd name="connsiteY14" fmla="*/ 273062 h 1037120"/>
                <a:gd name="connsiteX15" fmla="*/ 417369 w 1117644"/>
                <a:gd name="connsiteY15" fmla="*/ 188994 h 1037120"/>
                <a:gd name="connsiteX16" fmla="*/ 700680 w 1117644"/>
                <a:gd name="connsiteY16" fmla="*/ 188994 h 1037120"/>
                <a:gd name="connsiteX17" fmla="*/ 792768 w 1117644"/>
                <a:gd name="connsiteY17" fmla="*/ 273062 h 1037120"/>
                <a:gd name="connsiteX18" fmla="*/ 792768 w 1117644"/>
                <a:gd name="connsiteY18" fmla="*/ 363892 h 1037120"/>
                <a:gd name="connsiteX19" fmla="*/ 700680 w 1117644"/>
                <a:gd name="connsiteY19" fmla="*/ 447884 h 1037120"/>
                <a:gd name="connsiteX20" fmla="*/ 250 w 1117644"/>
                <a:gd name="connsiteY20" fmla="*/ 447884 h 1037120"/>
                <a:gd name="connsiteX21" fmla="*/ 250 w 1117644"/>
                <a:gd name="connsiteY21" fmla="*/ 636136 h 1037120"/>
                <a:gd name="connsiteX22" fmla="*/ 118188 w 1117644"/>
                <a:gd name="connsiteY22" fmla="*/ 636136 h 1037120"/>
                <a:gd name="connsiteX23" fmla="*/ 118188 w 1117644"/>
                <a:gd name="connsiteY23" fmla="*/ 668673 h 1037120"/>
                <a:gd name="connsiteX24" fmla="*/ 519800 w 1117644"/>
                <a:gd name="connsiteY24" fmla="*/ 1037157 h 1037120"/>
                <a:gd name="connsiteX25" fmla="*/ 1117894 w 1117644"/>
                <a:gd name="connsiteY25" fmla="*/ 1037157 h 1037120"/>
                <a:gd name="connsiteX26" fmla="*/ 1117894 w 1117644"/>
                <a:gd name="connsiteY26" fmla="*/ 848200 h 1037120"/>
                <a:gd name="connsiteX27" fmla="*/ 519115 w 1117644"/>
                <a:gd name="connsiteY27" fmla="*/ 848219 h 103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117644" h="1037120">
                  <a:moveTo>
                    <a:pt x="519115" y="848219"/>
                  </a:moveTo>
                  <a:cubicBezTo>
                    <a:pt x="412035" y="848219"/>
                    <a:pt x="324919" y="768248"/>
                    <a:pt x="324919" y="668711"/>
                  </a:cubicBezTo>
                  <a:lnTo>
                    <a:pt x="325338" y="636136"/>
                  </a:lnTo>
                  <a:lnTo>
                    <a:pt x="739428" y="636136"/>
                  </a:lnTo>
                  <a:cubicBezTo>
                    <a:pt x="882741" y="636136"/>
                    <a:pt x="999289" y="527798"/>
                    <a:pt x="999289" y="394601"/>
                  </a:cubicBezTo>
                  <a:lnTo>
                    <a:pt x="999289" y="241572"/>
                  </a:lnTo>
                  <a:cubicBezTo>
                    <a:pt x="999289" y="108375"/>
                    <a:pt x="882741" y="37"/>
                    <a:pt x="739428" y="37"/>
                  </a:cubicBezTo>
                  <a:lnTo>
                    <a:pt x="378107" y="37"/>
                  </a:lnTo>
                  <a:cubicBezTo>
                    <a:pt x="358028" y="37"/>
                    <a:pt x="337740" y="228"/>
                    <a:pt x="317775" y="4647"/>
                  </a:cubicBezTo>
                  <a:cubicBezTo>
                    <a:pt x="200294" y="30727"/>
                    <a:pt x="118684" y="129349"/>
                    <a:pt x="118684" y="241572"/>
                  </a:cubicBezTo>
                  <a:lnTo>
                    <a:pt x="118684" y="330402"/>
                  </a:lnTo>
                  <a:cubicBezTo>
                    <a:pt x="118684" y="350729"/>
                    <a:pt x="133543" y="367302"/>
                    <a:pt x="151850" y="367302"/>
                  </a:cubicBezTo>
                  <a:lnTo>
                    <a:pt x="292096" y="367302"/>
                  </a:lnTo>
                  <a:cubicBezTo>
                    <a:pt x="310422" y="367302"/>
                    <a:pt x="325300" y="350729"/>
                    <a:pt x="325300" y="330402"/>
                  </a:cubicBezTo>
                  <a:lnTo>
                    <a:pt x="325300" y="273062"/>
                  </a:lnTo>
                  <a:cubicBezTo>
                    <a:pt x="325300" y="226713"/>
                    <a:pt x="366600" y="188994"/>
                    <a:pt x="417369" y="188994"/>
                  </a:cubicBezTo>
                  <a:lnTo>
                    <a:pt x="700680" y="188994"/>
                  </a:lnTo>
                  <a:cubicBezTo>
                    <a:pt x="751467" y="188994"/>
                    <a:pt x="792768" y="226713"/>
                    <a:pt x="792768" y="273062"/>
                  </a:cubicBezTo>
                  <a:lnTo>
                    <a:pt x="792768" y="363892"/>
                  </a:lnTo>
                  <a:cubicBezTo>
                    <a:pt x="792768" y="410203"/>
                    <a:pt x="751467" y="447884"/>
                    <a:pt x="700680" y="447884"/>
                  </a:cubicBezTo>
                  <a:lnTo>
                    <a:pt x="250" y="447884"/>
                  </a:lnTo>
                  <a:lnTo>
                    <a:pt x="250" y="636136"/>
                  </a:lnTo>
                  <a:lnTo>
                    <a:pt x="118188" y="636136"/>
                  </a:lnTo>
                  <a:lnTo>
                    <a:pt x="118188" y="668673"/>
                  </a:lnTo>
                  <a:cubicBezTo>
                    <a:pt x="118188" y="872527"/>
                    <a:pt x="298859" y="1037157"/>
                    <a:pt x="519800" y="1037157"/>
                  </a:cubicBezTo>
                  <a:lnTo>
                    <a:pt x="1117894" y="1037157"/>
                  </a:lnTo>
                  <a:lnTo>
                    <a:pt x="1117894" y="848200"/>
                  </a:lnTo>
                  <a:lnTo>
                    <a:pt x="519115" y="848219"/>
                  </a:lnTo>
                  <a:close/>
                </a:path>
              </a:pathLst>
            </a:custGeom>
            <a:solidFill>
              <a:srgbClr val="96CD32"/>
            </a:solidFill>
            <a:ln w="19050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9189F46F-BD68-4FFC-AE24-5D274F9A1A74}"/>
                </a:ext>
              </a:extLst>
            </p:cNvPr>
            <p:cNvSpPr/>
            <p:nvPr/>
          </p:nvSpPr>
          <p:spPr>
            <a:xfrm>
              <a:off x="3231832" y="7185063"/>
              <a:ext cx="5132298" cy="1037139"/>
            </a:xfrm>
            <a:custGeom>
              <a:avLst/>
              <a:gdLst>
                <a:gd name="connsiteX0" fmla="*/ 4143956 w 5132298"/>
                <a:gd name="connsiteY0" fmla="*/ 78849 h 1037139"/>
                <a:gd name="connsiteX1" fmla="*/ 4143651 w 5132298"/>
                <a:gd name="connsiteY1" fmla="*/ 36939 h 1037139"/>
                <a:gd name="connsiteX2" fmla="*/ 4110447 w 5132298"/>
                <a:gd name="connsiteY2" fmla="*/ 78 h 1037139"/>
                <a:gd name="connsiteX3" fmla="*/ 3970639 w 5132298"/>
                <a:gd name="connsiteY3" fmla="*/ 78 h 1037139"/>
                <a:gd name="connsiteX4" fmla="*/ 3937435 w 5132298"/>
                <a:gd name="connsiteY4" fmla="*/ 36939 h 1037139"/>
                <a:gd name="connsiteX5" fmla="*/ 3937435 w 5132298"/>
                <a:gd name="connsiteY5" fmla="*/ 78849 h 1037139"/>
                <a:gd name="connsiteX6" fmla="*/ 3937454 w 5132298"/>
                <a:gd name="connsiteY6" fmla="*/ 78849 h 1037139"/>
                <a:gd name="connsiteX7" fmla="*/ 3937759 w 5132298"/>
                <a:gd name="connsiteY7" fmla="*/ 152249 h 1037139"/>
                <a:gd name="connsiteX8" fmla="*/ 3970963 w 5132298"/>
                <a:gd name="connsiteY8" fmla="*/ 189111 h 1037139"/>
                <a:gd name="connsiteX9" fmla="*/ 4110771 w 5132298"/>
                <a:gd name="connsiteY9" fmla="*/ 189111 h 1037139"/>
                <a:gd name="connsiteX10" fmla="*/ 4143975 w 5132298"/>
                <a:gd name="connsiteY10" fmla="*/ 152249 h 1037139"/>
                <a:gd name="connsiteX11" fmla="*/ 4143975 w 5132298"/>
                <a:gd name="connsiteY11" fmla="*/ 78849 h 1037139"/>
                <a:gd name="connsiteX12" fmla="*/ 4143956 w 5132298"/>
                <a:gd name="connsiteY12" fmla="*/ 78849 h 1037139"/>
                <a:gd name="connsiteX13" fmla="*/ 4143956 w 5132298"/>
                <a:gd name="connsiteY13" fmla="*/ 653397 h 1037139"/>
                <a:gd name="connsiteX14" fmla="*/ 4143651 w 5132298"/>
                <a:gd name="connsiteY14" fmla="*/ 306706 h 1037139"/>
                <a:gd name="connsiteX15" fmla="*/ 4110447 w 5132298"/>
                <a:gd name="connsiteY15" fmla="*/ 269845 h 1037139"/>
                <a:gd name="connsiteX16" fmla="*/ 3970639 w 5132298"/>
                <a:gd name="connsiteY16" fmla="*/ 269845 h 1037139"/>
                <a:gd name="connsiteX17" fmla="*/ 3937435 w 5132298"/>
                <a:gd name="connsiteY17" fmla="*/ 306706 h 1037139"/>
                <a:gd name="connsiteX18" fmla="*/ 3937435 w 5132298"/>
                <a:gd name="connsiteY18" fmla="*/ 653397 h 1037139"/>
                <a:gd name="connsiteX19" fmla="*/ 3937454 w 5132298"/>
                <a:gd name="connsiteY19" fmla="*/ 653397 h 1037139"/>
                <a:gd name="connsiteX20" fmla="*/ 3937759 w 5132298"/>
                <a:gd name="connsiteY20" fmla="*/ 1000069 h 1037139"/>
                <a:gd name="connsiteX21" fmla="*/ 3970963 w 5132298"/>
                <a:gd name="connsiteY21" fmla="*/ 1036931 h 1037139"/>
                <a:gd name="connsiteX22" fmla="*/ 4110771 w 5132298"/>
                <a:gd name="connsiteY22" fmla="*/ 1036931 h 1037139"/>
                <a:gd name="connsiteX23" fmla="*/ 4143975 w 5132298"/>
                <a:gd name="connsiteY23" fmla="*/ 1000069 h 1037139"/>
                <a:gd name="connsiteX24" fmla="*/ 4143975 w 5132298"/>
                <a:gd name="connsiteY24" fmla="*/ 653397 h 1037139"/>
                <a:gd name="connsiteX25" fmla="*/ 4143956 w 5132298"/>
                <a:gd name="connsiteY25" fmla="*/ 653397 h 1037139"/>
                <a:gd name="connsiteX26" fmla="*/ 3441430 w 5132298"/>
                <a:gd name="connsiteY26" fmla="*/ 78 h 1037139"/>
                <a:gd name="connsiteX27" fmla="*/ 2991355 w 5132298"/>
                <a:gd name="connsiteY27" fmla="*/ 78 h 1037139"/>
                <a:gd name="connsiteX28" fmla="*/ 2958131 w 5132298"/>
                <a:gd name="connsiteY28" fmla="*/ 37035 h 1037139"/>
                <a:gd name="connsiteX29" fmla="*/ 2958131 w 5132298"/>
                <a:gd name="connsiteY29" fmla="*/ 646958 h 1037139"/>
                <a:gd name="connsiteX30" fmla="*/ 2991297 w 5132298"/>
                <a:gd name="connsiteY30" fmla="*/ 683858 h 1037139"/>
                <a:gd name="connsiteX31" fmla="*/ 3131391 w 5132298"/>
                <a:gd name="connsiteY31" fmla="*/ 683858 h 1037139"/>
                <a:gd name="connsiteX32" fmla="*/ 3164595 w 5132298"/>
                <a:gd name="connsiteY32" fmla="*/ 646958 h 1037139"/>
                <a:gd name="connsiteX33" fmla="*/ 3164786 w 5132298"/>
                <a:gd name="connsiteY33" fmla="*/ 189015 h 1037139"/>
                <a:gd name="connsiteX34" fmla="*/ 3418284 w 5132298"/>
                <a:gd name="connsiteY34" fmla="*/ 189111 h 1037139"/>
                <a:gd name="connsiteX35" fmla="*/ 3612499 w 5132298"/>
                <a:gd name="connsiteY35" fmla="*/ 369762 h 1037139"/>
                <a:gd name="connsiteX36" fmla="*/ 3612499 w 5132298"/>
                <a:gd name="connsiteY36" fmla="*/ 702794 h 1037139"/>
                <a:gd name="connsiteX37" fmla="*/ 3418284 w 5132298"/>
                <a:gd name="connsiteY37" fmla="*/ 847822 h 1037139"/>
                <a:gd name="connsiteX38" fmla="*/ 2958131 w 5132298"/>
                <a:gd name="connsiteY38" fmla="*/ 848298 h 1037139"/>
                <a:gd name="connsiteX39" fmla="*/ 2958131 w 5132298"/>
                <a:gd name="connsiteY39" fmla="*/ 1037217 h 1037139"/>
                <a:gd name="connsiteX40" fmla="*/ 3418284 w 5132298"/>
                <a:gd name="connsiteY40" fmla="*/ 1036931 h 1037139"/>
                <a:gd name="connsiteX41" fmla="*/ 3818982 w 5132298"/>
                <a:gd name="connsiteY41" fmla="*/ 702794 h 1037139"/>
                <a:gd name="connsiteX42" fmla="*/ 3818982 w 5132298"/>
                <a:gd name="connsiteY42" fmla="*/ 367590 h 1037139"/>
                <a:gd name="connsiteX43" fmla="*/ 3441430 w 5132298"/>
                <a:gd name="connsiteY43" fmla="*/ 78 h 1037139"/>
                <a:gd name="connsiteX44" fmla="*/ 5132651 w 5132298"/>
                <a:gd name="connsiteY44" fmla="*/ 679820 h 1037139"/>
                <a:gd name="connsiteX45" fmla="*/ 5131660 w 5132298"/>
                <a:gd name="connsiteY45" fmla="*/ 650425 h 1037139"/>
                <a:gd name="connsiteX46" fmla="*/ 4877591 w 5132298"/>
                <a:gd name="connsiteY46" fmla="*/ 447943 h 1037139"/>
                <a:gd name="connsiteX47" fmla="*/ 4567171 w 5132298"/>
                <a:gd name="connsiteY47" fmla="*/ 447943 h 1037139"/>
                <a:gd name="connsiteX48" fmla="*/ 4559208 w 5132298"/>
                <a:gd name="connsiteY48" fmla="*/ 447924 h 1037139"/>
                <a:gd name="connsiteX49" fmla="*/ 4469063 w 5132298"/>
                <a:gd name="connsiteY49" fmla="*/ 349759 h 1037139"/>
                <a:gd name="connsiteX50" fmla="*/ 4469368 w 5132298"/>
                <a:gd name="connsiteY50" fmla="*/ 279312 h 1037139"/>
                <a:gd name="connsiteX51" fmla="*/ 4567533 w 5132298"/>
                <a:gd name="connsiteY51" fmla="*/ 189187 h 1037139"/>
                <a:gd name="connsiteX52" fmla="*/ 4690043 w 5132298"/>
                <a:gd name="connsiteY52" fmla="*/ 189187 h 1037139"/>
                <a:gd name="connsiteX53" fmla="*/ 4691243 w 5132298"/>
                <a:gd name="connsiteY53" fmla="*/ 189225 h 1037139"/>
                <a:gd name="connsiteX54" fmla="*/ 5000825 w 5132298"/>
                <a:gd name="connsiteY54" fmla="*/ 189225 h 1037139"/>
                <a:gd name="connsiteX55" fmla="*/ 5035706 w 5132298"/>
                <a:gd name="connsiteY55" fmla="*/ 166270 h 1037139"/>
                <a:gd name="connsiteX56" fmla="*/ 5037687 w 5132298"/>
                <a:gd name="connsiteY56" fmla="*/ 156021 h 1037139"/>
                <a:gd name="connsiteX57" fmla="*/ 5037687 w 5132298"/>
                <a:gd name="connsiteY57" fmla="*/ 33282 h 1037139"/>
                <a:gd name="connsiteX58" fmla="*/ 5000825 w 5132298"/>
                <a:gd name="connsiteY58" fmla="*/ 116 h 1037139"/>
                <a:gd name="connsiteX59" fmla="*/ 4517869 w 5132298"/>
                <a:gd name="connsiteY59" fmla="*/ 173 h 1037139"/>
                <a:gd name="connsiteX60" fmla="*/ 4262409 w 5132298"/>
                <a:gd name="connsiteY60" fmla="*/ 235555 h 1037139"/>
                <a:gd name="connsiteX61" fmla="*/ 4262428 w 5132298"/>
                <a:gd name="connsiteY61" fmla="*/ 382392 h 1037139"/>
                <a:gd name="connsiteX62" fmla="*/ 4497886 w 5132298"/>
                <a:gd name="connsiteY62" fmla="*/ 636214 h 1037139"/>
                <a:gd name="connsiteX63" fmla="*/ 4836309 w 5132298"/>
                <a:gd name="connsiteY63" fmla="*/ 636214 h 1037139"/>
                <a:gd name="connsiteX64" fmla="*/ 4925977 w 5132298"/>
                <a:gd name="connsiteY64" fmla="*/ 734398 h 1037139"/>
                <a:gd name="connsiteX65" fmla="*/ 4925977 w 5132298"/>
                <a:gd name="connsiteY65" fmla="*/ 757944 h 1037139"/>
                <a:gd name="connsiteX66" fmla="*/ 4828289 w 5132298"/>
                <a:gd name="connsiteY66" fmla="*/ 848050 h 1037139"/>
                <a:gd name="connsiteX67" fmla="*/ 4299290 w 5132298"/>
                <a:gd name="connsiteY67" fmla="*/ 848050 h 1037139"/>
                <a:gd name="connsiteX68" fmla="*/ 4264447 w 5132298"/>
                <a:gd name="connsiteY68" fmla="*/ 870872 h 1037139"/>
                <a:gd name="connsiteX69" fmla="*/ 4262390 w 5132298"/>
                <a:gd name="connsiteY69" fmla="*/ 881216 h 1037139"/>
                <a:gd name="connsiteX70" fmla="*/ 4262390 w 5132298"/>
                <a:gd name="connsiteY70" fmla="*/ 1003955 h 1037139"/>
                <a:gd name="connsiteX71" fmla="*/ 4299290 w 5132298"/>
                <a:gd name="connsiteY71" fmla="*/ 1037160 h 1037139"/>
                <a:gd name="connsiteX72" fmla="*/ 4732296 w 5132298"/>
                <a:gd name="connsiteY72" fmla="*/ 1037160 h 1037139"/>
                <a:gd name="connsiteX73" fmla="*/ 4879172 w 5132298"/>
                <a:gd name="connsiteY73" fmla="*/ 1037083 h 1037139"/>
                <a:gd name="connsiteX74" fmla="*/ 5132651 w 5132298"/>
                <a:gd name="connsiteY74" fmla="*/ 801587 h 1037139"/>
                <a:gd name="connsiteX75" fmla="*/ 5132651 w 5132298"/>
                <a:gd name="connsiteY75" fmla="*/ 679820 h 1037139"/>
                <a:gd name="connsiteX76" fmla="*/ 280863 w 5132298"/>
                <a:gd name="connsiteY76" fmla="*/ 189111 h 1037139"/>
                <a:gd name="connsiteX77" fmla="*/ 825046 w 5132298"/>
                <a:gd name="connsiteY77" fmla="*/ 189111 h 1037139"/>
                <a:gd name="connsiteX78" fmla="*/ 861203 w 5132298"/>
                <a:gd name="connsiteY78" fmla="*/ 156573 h 1037139"/>
                <a:gd name="connsiteX79" fmla="*/ 861203 w 5132298"/>
                <a:gd name="connsiteY79" fmla="*/ 32729 h 1037139"/>
                <a:gd name="connsiteX80" fmla="*/ 825046 w 5132298"/>
                <a:gd name="connsiteY80" fmla="*/ 78 h 1037139"/>
                <a:gd name="connsiteX81" fmla="*/ 277073 w 5132298"/>
                <a:gd name="connsiteY81" fmla="*/ 78 h 1037139"/>
                <a:gd name="connsiteX82" fmla="*/ 352 w 5132298"/>
                <a:gd name="connsiteY82" fmla="*/ 255005 h 1037139"/>
                <a:gd name="connsiteX83" fmla="*/ 352 w 5132298"/>
                <a:gd name="connsiteY83" fmla="*/ 782309 h 1037139"/>
                <a:gd name="connsiteX84" fmla="*/ 277073 w 5132298"/>
                <a:gd name="connsiteY84" fmla="*/ 1037217 h 1037139"/>
                <a:gd name="connsiteX85" fmla="*/ 825046 w 5132298"/>
                <a:gd name="connsiteY85" fmla="*/ 1037217 h 1037139"/>
                <a:gd name="connsiteX86" fmla="*/ 861203 w 5132298"/>
                <a:gd name="connsiteY86" fmla="*/ 1004660 h 1037139"/>
                <a:gd name="connsiteX87" fmla="*/ 861203 w 5132298"/>
                <a:gd name="connsiteY87" fmla="*/ 880816 h 1037139"/>
                <a:gd name="connsiteX88" fmla="*/ 825046 w 5132298"/>
                <a:gd name="connsiteY88" fmla="*/ 848298 h 1037139"/>
                <a:gd name="connsiteX89" fmla="*/ 280863 w 5132298"/>
                <a:gd name="connsiteY89" fmla="*/ 848298 h 1037139"/>
                <a:gd name="connsiteX90" fmla="*/ 207006 w 5132298"/>
                <a:gd name="connsiteY90" fmla="*/ 779051 h 1037139"/>
                <a:gd name="connsiteX91" fmla="*/ 207006 w 5132298"/>
                <a:gd name="connsiteY91" fmla="*/ 634347 h 1037139"/>
                <a:gd name="connsiteX92" fmla="*/ 532457 w 5132298"/>
                <a:gd name="connsiteY92" fmla="*/ 634347 h 1037139"/>
                <a:gd name="connsiteX93" fmla="*/ 568595 w 5132298"/>
                <a:gd name="connsiteY93" fmla="*/ 601772 h 1037139"/>
                <a:gd name="connsiteX94" fmla="*/ 568595 w 5132298"/>
                <a:gd name="connsiteY94" fmla="*/ 480557 h 1037139"/>
                <a:gd name="connsiteX95" fmla="*/ 532457 w 5132298"/>
                <a:gd name="connsiteY95" fmla="*/ 447943 h 1037139"/>
                <a:gd name="connsiteX96" fmla="*/ 207006 w 5132298"/>
                <a:gd name="connsiteY96" fmla="*/ 447943 h 1037139"/>
                <a:gd name="connsiteX97" fmla="*/ 207006 w 5132298"/>
                <a:gd name="connsiteY97" fmla="*/ 258395 h 1037139"/>
                <a:gd name="connsiteX98" fmla="*/ 280863 w 5132298"/>
                <a:gd name="connsiteY98" fmla="*/ 189111 h 1037139"/>
                <a:gd name="connsiteX99" fmla="*/ 1186405 w 5132298"/>
                <a:gd name="connsiteY99" fmla="*/ 189130 h 1037139"/>
                <a:gd name="connsiteX100" fmla="*/ 1186405 w 5132298"/>
                <a:gd name="connsiteY100" fmla="*/ 1000336 h 1037139"/>
                <a:gd name="connsiteX101" fmla="*/ 1153144 w 5132298"/>
                <a:gd name="connsiteY101" fmla="*/ 1037198 h 1037139"/>
                <a:gd name="connsiteX102" fmla="*/ 1012879 w 5132298"/>
                <a:gd name="connsiteY102" fmla="*/ 1037198 h 1037139"/>
                <a:gd name="connsiteX103" fmla="*/ 979656 w 5132298"/>
                <a:gd name="connsiteY103" fmla="*/ 1000336 h 1037139"/>
                <a:gd name="connsiteX104" fmla="*/ 979656 w 5132298"/>
                <a:gd name="connsiteY104" fmla="*/ 37035 h 1037139"/>
                <a:gd name="connsiteX105" fmla="*/ 1012879 w 5132298"/>
                <a:gd name="connsiteY105" fmla="*/ 116 h 1037139"/>
                <a:gd name="connsiteX106" fmla="*/ 1439846 w 5132298"/>
                <a:gd name="connsiteY106" fmla="*/ 116 h 1037139"/>
                <a:gd name="connsiteX107" fmla="*/ 1840506 w 5132298"/>
                <a:gd name="connsiteY107" fmla="*/ 369838 h 1037139"/>
                <a:gd name="connsiteX108" fmla="*/ 1840506 w 5132298"/>
                <a:gd name="connsiteY108" fmla="*/ 1004032 h 1037139"/>
                <a:gd name="connsiteX109" fmla="*/ 1803625 w 5132298"/>
                <a:gd name="connsiteY109" fmla="*/ 1037198 h 1037139"/>
                <a:gd name="connsiteX110" fmla="*/ 1670885 w 5132298"/>
                <a:gd name="connsiteY110" fmla="*/ 1037198 h 1037139"/>
                <a:gd name="connsiteX111" fmla="*/ 1634023 w 5132298"/>
                <a:gd name="connsiteY111" fmla="*/ 1004032 h 1037139"/>
                <a:gd name="connsiteX112" fmla="*/ 1634023 w 5132298"/>
                <a:gd name="connsiteY112" fmla="*/ 369838 h 1037139"/>
                <a:gd name="connsiteX113" fmla="*/ 1439846 w 5132298"/>
                <a:gd name="connsiteY113" fmla="*/ 189225 h 1037139"/>
                <a:gd name="connsiteX114" fmla="*/ 1186405 w 5132298"/>
                <a:gd name="connsiteY114" fmla="*/ 189130 h 1037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</a:cxnLst>
              <a:rect l="l" t="t" r="r" b="b"/>
              <a:pathLst>
                <a:path w="5132298" h="1037139">
                  <a:moveTo>
                    <a:pt x="4143956" y="78849"/>
                  </a:moveTo>
                  <a:lnTo>
                    <a:pt x="4143651" y="36939"/>
                  </a:lnTo>
                  <a:cubicBezTo>
                    <a:pt x="4143651" y="16613"/>
                    <a:pt x="4128754" y="78"/>
                    <a:pt x="4110447" y="78"/>
                  </a:cubicBezTo>
                  <a:lnTo>
                    <a:pt x="3970639" y="78"/>
                  </a:lnTo>
                  <a:cubicBezTo>
                    <a:pt x="3952351" y="78"/>
                    <a:pt x="3937435" y="16613"/>
                    <a:pt x="3937435" y="36939"/>
                  </a:cubicBezTo>
                  <a:lnTo>
                    <a:pt x="3937435" y="78849"/>
                  </a:lnTo>
                  <a:lnTo>
                    <a:pt x="3937454" y="78849"/>
                  </a:lnTo>
                  <a:lnTo>
                    <a:pt x="3937759" y="152249"/>
                  </a:lnTo>
                  <a:cubicBezTo>
                    <a:pt x="3937759" y="172575"/>
                    <a:pt x="3952637" y="189111"/>
                    <a:pt x="3970963" y="189111"/>
                  </a:cubicBezTo>
                  <a:lnTo>
                    <a:pt x="4110771" y="189111"/>
                  </a:lnTo>
                  <a:cubicBezTo>
                    <a:pt x="4129059" y="189111"/>
                    <a:pt x="4143975" y="172575"/>
                    <a:pt x="4143975" y="152249"/>
                  </a:cubicBezTo>
                  <a:lnTo>
                    <a:pt x="4143975" y="78849"/>
                  </a:lnTo>
                  <a:lnTo>
                    <a:pt x="4143956" y="78849"/>
                  </a:lnTo>
                  <a:close/>
                  <a:moveTo>
                    <a:pt x="4143956" y="653397"/>
                  </a:moveTo>
                  <a:lnTo>
                    <a:pt x="4143651" y="306706"/>
                  </a:lnTo>
                  <a:cubicBezTo>
                    <a:pt x="4143651" y="286361"/>
                    <a:pt x="4128754" y="269845"/>
                    <a:pt x="4110447" y="269845"/>
                  </a:cubicBezTo>
                  <a:lnTo>
                    <a:pt x="3970639" y="269845"/>
                  </a:lnTo>
                  <a:cubicBezTo>
                    <a:pt x="3952351" y="269845"/>
                    <a:pt x="3937435" y="286361"/>
                    <a:pt x="3937435" y="306706"/>
                  </a:cubicBezTo>
                  <a:lnTo>
                    <a:pt x="3937435" y="653397"/>
                  </a:lnTo>
                  <a:lnTo>
                    <a:pt x="3937454" y="653397"/>
                  </a:lnTo>
                  <a:lnTo>
                    <a:pt x="3937759" y="1000069"/>
                  </a:lnTo>
                  <a:cubicBezTo>
                    <a:pt x="3937759" y="1020396"/>
                    <a:pt x="3952637" y="1036931"/>
                    <a:pt x="3970963" y="1036931"/>
                  </a:cubicBezTo>
                  <a:lnTo>
                    <a:pt x="4110771" y="1036931"/>
                  </a:lnTo>
                  <a:cubicBezTo>
                    <a:pt x="4129059" y="1036931"/>
                    <a:pt x="4143975" y="1020396"/>
                    <a:pt x="4143975" y="1000069"/>
                  </a:cubicBezTo>
                  <a:lnTo>
                    <a:pt x="4143975" y="653397"/>
                  </a:lnTo>
                  <a:lnTo>
                    <a:pt x="4143956" y="653397"/>
                  </a:lnTo>
                  <a:close/>
                  <a:moveTo>
                    <a:pt x="3441430" y="78"/>
                  </a:moveTo>
                  <a:lnTo>
                    <a:pt x="2991355" y="78"/>
                  </a:lnTo>
                  <a:cubicBezTo>
                    <a:pt x="2973029" y="78"/>
                    <a:pt x="2958131" y="16670"/>
                    <a:pt x="2958131" y="37035"/>
                  </a:cubicBezTo>
                  <a:lnTo>
                    <a:pt x="2958131" y="646958"/>
                  </a:lnTo>
                  <a:cubicBezTo>
                    <a:pt x="2958131" y="667323"/>
                    <a:pt x="2973009" y="683858"/>
                    <a:pt x="2991297" y="683858"/>
                  </a:cubicBezTo>
                  <a:lnTo>
                    <a:pt x="3131391" y="683858"/>
                  </a:lnTo>
                  <a:cubicBezTo>
                    <a:pt x="3149717" y="683858"/>
                    <a:pt x="3164595" y="667323"/>
                    <a:pt x="3164595" y="646958"/>
                  </a:cubicBezTo>
                  <a:lnTo>
                    <a:pt x="3164786" y="189015"/>
                  </a:lnTo>
                  <a:lnTo>
                    <a:pt x="3418284" y="189111"/>
                  </a:lnTo>
                  <a:cubicBezTo>
                    <a:pt x="3525383" y="189111"/>
                    <a:pt x="3612499" y="270149"/>
                    <a:pt x="3612499" y="369762"/>
                  </a:cubicBezTo>
                  <a:lnTo>
                    <a:pt x="3612499" y="702794"/>
                  </a:lnTo>
                  <a:cubicBezTo>
                    <a:pt x="3612499" y="802368"/>
                    <a:pt x="3525383" y="847822"/>
                    <a:pt x="3418284" y="847822"/>
                  </a:cubicBezTo>
                  <a:lnTo>
                    <a:pt x="2958131" y="848298"/>
                  </a:lnTo>
                  <a:lnTo>
                    <a:pt x="2958131" y="1037217"/>
                  </a:lnTo>
                  <a:lnTo>
                    <a:pt x="3418284" y="1036931"/>
                  </a:lnTo>
                  <a:cubicBezTo>
                    <a:pt x="3639226" y="1036931"/>
                    <a:pt x="3818982" y="906648"/>
                    <a:pt x="3818982" y="702794"/>
                  </a:cubicBezTo>
                  <a:lnTo>
                    <a:pt x="3818982" y="367590"/>
                  </a:lnTo>
                  <a:cubicBezTo>
                    <a:pt x="3818982" y="171985"/>
                    <a:pt x="3654866" y="78"/>
                    <a:pt x="3441430" y="78"/>
                  </a:cubicBezTo>
                  <a:moveTo>
                    <a:pt x="5132651" y="679820"/>
                  </a:moveTo>
                  <a:cubicBezTo>
                    <a:pt x="5132651" y="670447"/>
                    <a:pt x="5132575" y="660846"/>
                    <a:pt x="5131660" y="650425"/>
                  </a:cubicBezTo>
                  <a:cubicBezTo>
                    <a:pt x="5121469" y="535230"/>
                    <a:pt x="5002749" y="447943"/>
                    <a:pt x="4877591" y="447943"/>
                  </a:cubicBezTo>
                  <a:lnTo>
                    <a:pt x="4567171" y="447943"/>
                  </a:lnTo>
                  <a:lnTo>
                    <a:pt x="4559208" y="447924"/>
                  </a:lnTo>
                  <a:cubicBezTo>
                    <a:pt x="4509487" y="447924"/>
                    <a:pt x="4469063" y="403861"/>
                    <a:pt x="4469063" y="349759"/>
                  </a:cubicBezTo>
                  <a:lnTo>
                    <a:pt x="4469368" y="279312"/>
                  </a:lnTo>
                  <a:cubicBezTo>
                    <a:pt x="4469368" y="229630"/>
                    <a:pt x="4513412" y="189187"/>
                    <a:pt x="4567533" y="189187"/>
                  </a:cubicBezTo>
                  <a:lnTo>
                    <a:pt x="4690043" y="189187"/>
                  </a:lnTo>
                  <a:lnTo>
                    <a:pt x="4691243" y="189225"/>
                  </a:lnTo>
                  <a:lnTo>
                    <a:pt x="5000825" y="189225"/>
                  </a:lnTo>
                  <a:cubicBezTo>
                    <a:pt x="5016656" y="189225"/>
                    <a:pt x="5030676" y="180005"/>
                    <a:pt x="5035706" y="166270"/>
                  </a:cubicBezTo>
                  <a:cubicBezTo>
                    <a:pt x="5037039" y="162612"/>
                    <a:pt x="5037687" y="159259"/>
                    <a:pt x="5037687" y="156021"/>
                  </a:cubicBezTo>
                  <a:lnTo>
                    <a:pt x="5037687" y="33282"/>
                  </a:lnTo>
                  <a:cubicBezTo>
                    <a:pt x="5037687" y="14956"/>
                    <a:pt x="5021151" y="116"/>
                    <a:pt x="5000825" y="116"/>
                  </a:cubicBezTo>
                  <a:lnTo>
                    <a:pt x="4517869" y="173"/>
                  </a:lnTo>
                  <a:cubicBezTo>
                    <a:pt x="4377928" y="173"/>
                    <a:pt x="4262409" y="105805"/>
                    <a:pt x="4262409" y="235555"/>
                  </a:cubicBezTo>
                  <a:lnTo>
                    <a:pt x="4262428" y="382392"/>
                  </a:lnTo>
                  <a:cubicBezTo>
                    <a:pt x="4262428" y="522352"/>
                    <a:pt x="4368041" y="636214"/>
                    <a:pt x="4497886" y="636214"/>
                  </a:cubicBezTo>
                  <a:lnTo>
                    <a:pt x="4836309" y="636214"/>
                  </a:lnTo>
                  <a:cubicBezTo>
                    <a:pt x="4885992" y="636214"/>
                    <a:pt x="4925977" y="680258"/>
                    <a:pt x="4925977" y="734398"/>
                  </a:cubicBezTo>
                  <a:lnTo>
                    <a:pt x="4925977" y="757944"/>
                  </a:lnTo>
                  <a:cubicBezTo>
                    <a:pt x="4925977" y="807645"/>
                    <a:pt x="4882410" y="848050"/>
                    <a:pt x="4828289" y="848050"/>
                  </a:cubicBezTo>
                  <a:lnTo>
                    <a:pt x="4299290" y="848050"/>
                  </a:lnTo>
                  <a:cubicBezTo>
                    <a:pt x="4283440" y="848050"/>
                    <a:pt x="4269419" y="857213"/>
                    <a:pt x="4264447" y="870872"/>
                  </a:cubicBezTo>
                  <a:cubicBezTo>
                    <a:pt x="4263057" y="874606"/>
                    <a:pt x="4262390" y="877997"/>
                    <a:pt x="4262390" y="881216"/>
                  </a:cubicBezTo>
                  <a:lnTo>
                    <a:pt x="4262390" y="1003955"/>
                  </a:lnTo>
                  <a:cubicBezTo>
                    <a:pt x="4262390" y="1022262"/>
                    <a:pt x="4278944" y="1037160"/>
                    <a:pt x="4299290" y="1037160"/>
                  </a:cubicBezTo>
                  <a:lnTo>
                    <a:pt x="4732296" y="1037160"/>
                  </a:lnTo>
                  <a:lnTo>
                    <a:pt x="4879172" y="1037083"/>
                  </a:lnTo>
                  <a:cubicBezTo>
                    <a:pt x="5019075" y="1037083"/>
                    <a:pt x="5132651" y="931470"/>
                    <a:pt x="5132651" y="801587"/>
                  </a:cubicBezTo>
                  <a:lnTo>
                    <a:pt x="5132651" y="679820"/>
                  </a:lnTo>
                  <a:close/>
                  <a:moveTo>
                    <a:pt x="280863" y="189111"/>
                  </a:moveTo>
                  <a:lnTo>
                    <a:pt x="825046" y="189111"/>
                  </a:lnTo>
                  <a:cubicBezTo>
                    <a:pt x="844972" y="189111"/>
                    <a:pt x="861203" y="174518"/>
                    <a:pt x="861203" y="156573"/>
                  </a:cubicBezTo>
                  <a:lnTo>
                    <a:pt x="861203" y="32729"/>
                  </a:lnTo>
                  <a:cubicBezTo>
                    <a:pt x="861203" y="14746"/>
                    <a:pt x="845734" y="78"/>
                    <a:pt x="825046" y="78"/>
                  </a:cubicBezTo>
                  <a:lnTo>
                    <a:pt x="277073" y="78"/>
                  </a:lnTo>
                  <a:cubicBezTo>
                    <a:pt x="124501" y="78"/>
                    <a:pt x="352" y="114301"/>
                    <a:pt x="352" y="255005"/>
                  </a:cubicBezTo>
                  <a:lnTo>
                    <a:pt x="352" y="782309"/>
                  </a:lnTo>
                  <a:cubicBezTo>
                    <a:pt x="352" y="922955"/>
                    <a:pt x="124501" y="1037217"/>
                    <a:pt x="277073" y="1037217"/>
                  </a:cubicBezTo>
                  <a:lnTo>
                    <a:pt x="825046" y="1037217"/>
                  </a:lnTo>
                  <a:cubicBezTo>
                    <a:pt x="844972" y="1037217"/>
                    <a:pt x="861203" y="1022605"/>
                    <a:pt x="861203" y="1004660"/>
                  </a:cubicBezTo>
                  <a:lnTo>
                    <a:pt x="861203" y="880816"/>
                  </a:lnTo>
                  <a:cubicBezTo>
                    <a:pt x="861203" y="862871"/>
                    <a:pt x="844972" y="848298"/>
                    <a:pt x="825046" y="848298"/>
                  </a:cubicBezTo>
                  <a:lnTo>
                    <a:pt x="280863" y="848298"/>
                  </a:lnTo>
                  <a:cubicBezTo>
                    <a:pt x="240839" y="848298"/>
                    <a:pt x="207006" y="816580"/>
                    <a:pt x="207006" y="779051"/>
                  </a:cubicBezTo>
                  <a:lnTo>
                    <a:pt x="207006" y="634347"/>
                  </a:lnTo>
                  <a:lnTo>
                    <a:pt x="532457" y="634347"/>
                  </a:lnTo>
                  <a:cubicBezTo>
                    <a:pt x="552383" y="634347"/>
                    <a:pt x="568595" y="619717"/>
                    <a:pt x="568595" y="601772"/>
                  </a:cubicBezTo>
                  <a:lnTo>
                    <a:pt x="568595" y="480557"/>
                  </a:lnTo>
                  <a:cubicBezTo>
                    <a:pt x="568595" y="462573"/>
                    <a:pt x="552383" y="447943"/>
                    <a:pt x="532457" y="447943"/>
                  </a:cubicBezTo>
                  <a:lnTo>
                    <a:pt x="207006" y="447943"/>
                  </a:lnTo>
                  <a:lnTo>
                    <a:pt x="207006" y="258395"/>
                  </a:lnTo>
                  <a:cubicBezTo>
                    <a:pt x="207006" y="220829"/>
                    <a:pt x="240839" y="189111"/>
                    <a:pt x="280863" y="189111"/>
                  </a:cubicBezTo>
                  <a:moveTo>
                    <a:pt x="1186405" y="189130"/>
                  </a:moveTo>
                  <a:lnTo>
                    <a:pt x="1186405" y="1000336"/>
                  </a:lnTo>
                  <a:cubicBezTo>
                    <a:pt x="1186405" y="1020662"/>
                    <a:pt x="1171470" y="1037198"/>
                    <a:pt x="1153144" y="1037198"/>
                  </a:cubicBezTo>
                  <a:lnTo>
                    <a:pt x="1012879" y="1037198"/>
                  </a:lnTo>
                  <a:cubicBezTo>
                    <a:pt x="994553" y="1037198"/>
                    <a:pt x="979656" y="1020662"/>
                    <a:pt x="979656" y="1000336"/>
                  </a:cubicBezTo>
                  <a:lnTo>
                    <a:pt x="979656" y="37035"/>
                  </a:lnTo>
                  <a:cubicBezTo>
                    <a:pt x="979656" y="16670"/>
                    <a:pt x="994553" y="116"/>
                    <a:pt x="1012879" y="116"/>
                  </a:cubicBezTo>
                  <a:lnTo>
                    <a:pt x="1439846" y="116"/>
                  </a:lnTo>
                  <a:cubicBezTo>
                    <a:pt x="1660769" y="116"/>
                    <a:pt x="1840506" y="165946"/>
                    <a:pt x="1840506" y="369838"/>
                  </a:cubicBezTo>
                  <a:lnTo>
                    <a:pt x="1840506" y="1004032"/>
                  </a:lnTo>
                  <a:cubicBezTo>
                    <a:pt x="1840506" y="1022339"/>
                    <a:pt x="1823971" y="1037198"/>
                    <a:pt x="1803625" y="1037198"/>
                  </a:cubicBezTo>
                  <a:lnTo>
                    <a:pt x="1670885" y="1037198"/>
                  </a:lnTo>
                  <a:cubicBezTo>
                    <a:pt x="1650559" y="1037198"/>
                    <a:pt x="1634023" y="1022339"/>
                    <a:pt x="1634023" y="1004032"/>
                  </a:cubicBezTo>
                  <a:lnTo>
                    <a:pt x="1634023" y="369838"/>
                  </a:lnTo>
                  <a:cubicBezTo>
                    <a:pt x="1634023" y="270264"/>
                    <a:pt x="1546926" y="189225"/>
                    <a:pt x="1439846" y="189225"/>
                  </a:cubicBezTo>
                  <a:lnTo>
                    <a:pt x="1186405" y="189130"/>
                  </a:lnTo>
                  <a:close/>
                </a:path>
              </a:pathLst>
            </a:custGeom>
            <a:solidFill>
              <a:schemeClr val="bg1"/>
            </a:solidFill>
            <a:ln w="19050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1350"/>
            </a:p>
          </p:txBody>
        </p:sp>
      </p:grpSp>
    </p:spTree>
    <p:extLst>
      <p:ext uri="{BB962C8B-B14F-4D97-AF65-F5344CB8AC3E}">
        <p14:creationId xmlns:p14="http://schemas.microsoft.com/office/powerpoint/2010/main" val="37440326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2" userDrawn="1">
          <p15:clr>
            <a:srgbClr val="FBAE40"/>
          </p15:clr>
        </p15:guide>
        <p15:guide id="2" orient="horz" pos="2402" userDrawn="1">
          <p15:clr>
            <a:srgbClr val="FBAE40"/>
          </p15:clr>
        </p15:guide>
        <p15:guide id="3" pos="172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A9667C2-841E-DEC9-A9B3-72EE2BC00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Document confidentiel - ne pas diffuser                          00 / 00 /2021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DB81108-6DE0-2D55-95D6-3C3503C9B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Sujet du document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1A6B928-F57F-CC71-9842-1F8DDE9D9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43DA3-C199-4473-AC0C-B2D9B9FF7D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6189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585" y="339834"/>
            <a:ext cx="5084149" cy="36356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9136" y="1571225"/>
            <a:ext cx="7886700" cy="80012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fr-FR"/>
              <a:t>Lorem</a:t>
            </a:r>
          </a:p>
          <a:p>
            <a:pPr lvl="1"/>
            <a:r>
              <a:rPr lang="fr-FR"/>
              <a:t>Lorem niveau</a:t>
            </a:r>
          </a:p>
          <a:p>
            <a:pPr lvl="2"/>
            <a:r>
              <a:rPr lang="fr-FR"/>
              <a:t>Lorem niveau</a:t>
            </a:r>
          </a:p>
          <a:p>
            <a:pPr lvl="3"/>
            <a:r>
              <a:rPr lang="fr-FR"/>
              <a:t>Lorem me niveau</a:t>
            </a:r>
          </a:p>
          <a:p>
            <a:pPr lvl="4"/>
            <a:r>
              <a:rPr lang="fr-FR" err="1"/>
              <a:t>Tation</a:t>
            </a:r>
            <a:r>
              <a:rPr lang="fr-FR"/>
              <a:t> </a:t>
            </a:r>
            <a:r>
              <a:rPr lang="fr-FR" err="1"/>
              <a:t>ullamcorper</a:t>
            </a:r>
            <a:endParaRPr lang="en-US"/>
          </a:p>
          <a:p>
            <a:pPr lvl="5"/>
            <a:r>
              <a:rPr lang="en-US"/>
              <a:t>Lorem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84094" y="4885852"/>
            <a:ext cx="2300288" cy="11613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563">
                <a:solidFill>
                  <a:schemeClr val="tx2"/>
                </a:solidFill>
                <a:latin typeface="Enedis Light" pitchFamily="50" charset="0"/>
              </a:defRPr>
            </a:lvl1pPr>
          </a:lstStyle>
          <a:p>
            <a:r>
              <a:rPr lang="fr-FR"/>
              <a:t>Document confidentiel - ne pas diffuser                          00 / 00 /2021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9788" y="4851760"/>
            <a:ext cx="3609386" cy="17003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5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/>
              <a:t>Sujet du document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02836" y="4886039"/>
            <a:ext cx="348863" cy="11613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563" b="1">
                <a:solidFill>
                  <a:schemeClr val="tx2"/>
                </a:solidFill>
                <a:latin typeface="+mj-lt"/>
              </a:defRPr>
            </a:lvl1pPr>
          </a:lstStyle>
          <a:p>
            <a:fld id="{6B54B0F7-55DD-40D6-B7F4-70B586885C0B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2A02097C-C2C2-4DA2-899D-77F82F856ED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88731" y="4854775"/>
            <a:ext cx="575675" cy="116334"/>
            <a:chOff x="3231832" y="7185063"/>
            <a:chExt cx="5132298" cy="1037158"/>
          </a:xfrm>
        </p:grpSpPr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0BDC45AC-D827-4EC3-9595-8445187F9807}"/>
                </a:ext>
              </a:extLst>
            </p:cNvPr>
            <p:cNvSpPr/>
            <p:nvPr/>
          </p:nvSpPr>
          <p:spPr>
            <a:xfrm>
              <a:off x="5071966" y="7185101"/>
              <a:ext cx="1117644" cy="1037120"/>
            </a:xfrm>
            <a:custGeom>
              <a:avLst/>
              <a:gdLst>
                <a:gd name="connsiteX0" fmla="*/ 519115 w 1117644"/>
                <a:gd name="connsiteY0" fmla="*/ 848219 h 1037120"/>
                <a:gd name="connsiteX1" fmla="*/ 324919 w 1117644"/>
                <a:gd name="connsiteY1" fmla="*/ 668711 h 1037120"/>
                <a:gd name="connsiteX2" fmla="*/ 325338 w 1117644"/>
                <a:gd name="connsiteY2" fmla="*/ 636136 h 1037120"/>
                <a:gd name="connsiteX3" fmla="*/ 739428 w 1117644"/>
                <a:gd name="connsiteY3" fmla="*/ 636136 h 1037120"/>
                <a:gd name="connsiteX4" fmla="*/ 999289 w 1117644"/>
                <a:gd name="connsiteY4" fmla="*/ 394601 h 1037120"/>
                <a:gd name="connsiteX5" fmla="*/ 999289 w 1117644"/>
                <a:gd name="connsiteY5" fmla="*/ 241572 h 1037120"/>
                <a:gd name="connsiteX6" fmla="*/ 739428 w 1117644"/>
                <a:gd name="connsiteY6" fmla="*/ 37 h 1037120"/>
                <a:gd name="connsiteX7" fmla="*/ 378107 w 1117644"/>
                <a:gd name="connsiteY7" fmla="*/ 37 h 1037120"/>
                <a:gd name="connsiteX8" fmla="*/ 317775 w 1117644"/>
                <a:gd name="connsiteY8" fmla="*/ 4647 h 1037120"/>
                <a:gd name="connsiteX9" fmla="*/ 118684 w 1117644"/>
                <a:gd name="connsiteY9" fmla="*/ 241572 h 1037120"/>
                <a:gd name="connsiteX10" fmla="*/ 118684 w 1117644"/>
                <a:gd name="connsiteY10" fmla="*/ 330402 h 1037120"/>
                <a:gd name="connsiteX11" fmla="*/ 151850 w 1117644"/>
                <a:gd name="connsiteY11" fmla="*/ 367302 h 1037120"/>
                <a:gd name="connsiteX12" fmla="*/ 292096 w 1117644"/>
                <a:gd name="connsiteY12" fmla="*/ 367302 h 1037120"/>
                <a:gd name="connsiteX13" fmla="*/ 325300 w 1117644"/>
                <a:gd name="connsiteY13" fmla="*/ 330402 h 1037120"/>
                <a:gd name="connsiteX14" fmla="*/ 325300 w 1117644"/>
                <a:gd name="connsiteY14" fmla="*/ 273062 h 1037120"/>
                <a:gd name="connsiteX15" fmla="*/ 417369 w 1117644"/>
                <a:gd name="connsiteY15" fmla="*/ 188994 h 1037120"/>
                <a:gd name="connsiteX16" fmla="*/ 700680 w 1117644"/>
                <a:gd name="connsiteY16" fmla="*/ 188994 h 1037120"/>
                <a:gd name="connsiteX17" fmla="*/ 792768 w 1117644"/>
                <a:gd name="connsiteY17" fmla="*/ 273062 h 1037120"/>
                <a:gd name="connsiteX18" fmla="*/ 792768 w 1117644"/>
                <a:gd name="connsiteY18" fmla="*/ 363892 h 1037120"/>
                <a:gd name="connsiteX19" fmla="*/ 700680 w 1117644"/>
                <a:gd name="connsiteY19" fmla="*/ 447884 h 1037120"/>
                <a:gd name="connsiteX20" fmla="*/ 250 w 1117644"/>
                <a:gd name="connsiteY20" fmla="*/ 447884 h 1037120"/>
                <a:gd name="connsiteX21" fmla="*/ 250 w 1117644"/>
                <a:gd name="connsiteY21" fmla="*/ 636136 h 1037120"/>
                <a:gd name="connsiteX22" fmla="*/ 118188 w 1117644"/>
                <a:gd name="connsiteY22" fmla="*/ 636136 h 1037120"/>
                <a:gd name="connsiteX23" fmla="*/ 118188 w 1117644"/>
                <a:gd name="connsiteY23" fmla="*/ 668673 h 1037120"/>
                <a:gd name="connsiteX24" fmla="*/ 519800 w 1117644"/>
                <a:gd name="connsiteY24" fmla="*/ 1037157 h 1037120"/>
                <a:gd name="connsiteX25" fmla="*/ 1117894 w 1117644"/>
                <a:gd name="connsiteY25" fmla="*/ 1037157 h 1037120"/>
                <a:gd name="connsiteX26" fmla="*/ 1117894 w 1117644"/>
                <a:gd name="connsiteY26" fmla="*/ 848200 h 1037120"/>
                <a:gd name="connsiteX27" fmla="*/ 519115 w 1117644"/>
                <a:gd name="connsiteY27" fmla="*/ 848219 h 103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117644" h="1037120">
                  <a:moveTo>
                    <a:pt x="519115" y="848219"/>
                  </a:moveTo>
                  <a:cubicBezTo>
                    <a:pt x="412035" y="848219"/>
                    <a:pt x="324919" y="768248"/>
                    <a:pt x="324919" y="668711"/>
                  </a:cubicBezTo>
                  <a:lnTo>
                    <a:pt x="325338" y="636136"/>
                  </a:lnTo>
                  <a:lnTo>
                    <a:pt x="739428" y="636136"/>
                  </a:lnTo>
                  <a:cubicBezTo>
                    <a:pt x="882741" y="636136"/>
                    <a:pt x="999289" y="527798"/>
                    <a:pt x="999289" y="394601"/>
                  </a:cubicBezTo>
                  <a:lnTo>
                    <a:pt x="999289" y="241572"/>
                  </a:lnTo>
                  <a:cubicBezTo>
                    <a:pt x="999289" y="108375"/>
                    <a:pt x="882741" y="37"/>
                    <a:pt x="739428" y="37"/>
                  </a:cubicBezTo>
                  <a:lnTo>
                    <a:pt x="378107" y="37"/>
                  </a:lnTo>
                  <a:cubicBezTo>
                    <a:pt x="358028" y="37"/>
                    <a:pt x="337740" y="228"/>
                    <a:pt x="317775" y="4647"/>
                  </a:cubicBezTo>
                  <a:cubicBezTo>
                    <a:pt x="200294" y="30727"/>
                    <a:pt x="118684" y="129349"/>
                    <a:pt x="118684" y="241572"/>
                  </a:cubicBezTo>
                  <a:lnTo>
                    <a:pt x="118684" y="330402"/>
                  </a:lnTo>
                  <a:cubicBezTo>
                    <a:pt x="118684" y="350729"/>
                    <a:pt x="133543" y="367302"/>
                    <a:pt x="151850" y="367302"/>
                  </a:cubicBezTo>
                  <a:lnTo>
                    <a:pt x="292096" y="367302"/>
                  </a:lnTo>
                  <a:cubicBezTo>
                    <a:pt x="310422" y="367302"/>
                    <a:pt x="325300" y="350729"/>
                    <a:pt x="325300" y="330402"/>
                  </a:cubicBezTo>
                  <a:lnTo>
                    <a:pt x="325300" y="273062"/>
                  </a:lnTo>
                  <a:cubicBezTo>
                    <a:pt x="325300" y="226713"/>
                    <a:pt x="366600" y="188994"/>
                    <a:pt x="417369" y="188994"/>
                  </a:cubicBezTo>
                  <a:lnTo>
                    <a:pt x="700680" y="188994"/>
                  </a:lnTo>
                  <a:cubicBezTo>
                    <a:pt x="751467" y="188994"/>
                    <a:pt x="792768" y="226713"/>
                    <a:pt x="792768" y="273062"/>
                  </a:cubicBezTo>
                  <a:lnTo>
                    <a:pt x="792768" y="363892"/>
                  </a:lnTo>
                  <a:cubicBezTo>
                    <a:pt x="792768" y="410203"/>
                    <a:pt x="751467" y="447884"/>
                    <a:pt x="700680" y="447884"/>
                  </a:cubicBezTo>
                  <a:lnTo>
                    <a:pt x="250" y="447884"/>
                  </a:lnTo>
                  <a:lnTo>
                    <a:pt x="250" y="636136"/>
                  </a:lnTo>
                  <a:lnTo>
                    <a:pt x="118188" y="636136"/>
                  </a:lnTo>
                  <a:lnTo>
                    <a:pt x="118188" y="668673"/>
                  </a:lnTo>
                  <a:cubicBezTo>
                    <a:pt x="118188" y="872527"/>
                    <a:pt x="298859" y="1037157"/>
                    <a:pt x="519800" y="1037157"/>
                  </a:cubicBezTo>
                  <a:lnTo>
                    <a:pt x="1117894" y="1037157"/>
                  </a:lnTo>
                  <a:lnTo>
                    <a:pt x="1117894" y="848200"/>
                  </a:lnTo>
                  <a:lnTo>
                    <a:pt x="519115" y="848219"/>
                  </a:lnTo>
                  <a:close/>
                </a:path>
              </a:pathLst>
            </a:custGeom>
            <a:solidFill>
              <a:srgbClr val="96CD32"/>
            </a:solidFill>
            <a:ln w="19050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1350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D7E896CC-AAEE-4D27-B259-9BDDE17707D4}"/>
                </a:ext>
              </a:extLst>
            </p:cNvPr>
            <p:cNvSpPr/>
            <p:nvPr/>
          </p:nvSpPr>
          <p:spPr>
            <a:xfrm>
              <a:off x="3231832" y="7185063"/>
              <a:ext cx="5132298" cy="1037139"/>
            </a:xfrm>
            <a:custGeom>
              <a:avLst/>
              <a:gdLst>
                <a:gd name="connsiteX0" fmla="*/ 4143956 w 5132298"/>
                <a:gd name="connsiteY0" fmla="*/ 78849 h 1037139"/>
                <a:gd name="connsiteX1" fmla="*/ 4143651 w 5132298"/>
                <a:gd name="connsiteY1" fmla="*/ 36939 h 1037139"/>
                <a:gd name="connsiteX2" fmla="*/ 4110447 w 5132298"/>
                <a:gd name="connsiteY2" fmla="*/ 78 h 1037139"/>
                <a:gd name="connsiteX3" fmla="*/ 3970639 w 5132298"/>
                <a:gd name="connsiteY3" fmla="*/ 78 h 1037139"/>
                <a:gd name="connsiteX4" fmla="*/ 3937435 w 5132298"/>
                <a:gd name="connsiteY4" fmla="*/ 36939 h 1037139"/>
                <a:gd name="connsiteX5" fmla="*/ 3937435 w 5132298"/>
                <a:gd name="connsiteY5" fmla="*/ 78849 h 1037139"/>
                <a:gd name="connsiteX6" fmla="*/ 3937454 w 5132298"/>
                <a:gd name="connsiteY6" fmla="*/ 78849 h 1037139"/>
                <a:gd name="connsiteX7" fmla="*/ 3937759 w 5132298"/>
                <a:gd name="connsiteY7" fmla="*/ 152249 h 1037139"/>
                <a:gd name="connsiteX8" fmla="*/ 3970963 w 5132298"/>
                <a:gd name="connsiteY8" fmla="*/ 189111 h 1037139"/>
                <a:gd name="connsiteX9" fmla="*/ 4110771 w 5132298"/>
                <a:gd name="connsiteY9" fmla="*/ 189111 h 1037139"/>
                <a:gd name="connsiteX10" fmla="*/ 4143975 w 5132298"/>
                <a:gd name="connsiteY10" fmla="*/ 152249 h 1037139"/>
                <a:gd name="connsiteX11" fmla="*/ 4143975 w 5132298"/>
                <a:gd name="connsiteY11" fmla="*/ 78849 h 1037139"/>
                <a:gd name="connsiteX12" fmla="*/ 4143956 w 5132298"/>
                <a:gd name="connsiteY12" fmla="*/ 78849 h 1037139"/>
                <a:gd name="connsiteX13" fmla="*/ 4143956 w 5132298"/>
                <a:gd name="connsiteY13" fmla="*/ 653397 h 1037139"/>
                <a:gd name="connsiteX14" fmla="*/ 4143651 w 5132298"/>
                <a:gd name="connsiteY14" fmla="*/ 306706 h 1037139"/>
                <a:gd name="connsiteX15" fmla="*/ 4110447 w 5132298"/>
                <a:gd name="connsiteY15" fmla="*/ 269845 h 1037139"/>
                <a:gd name="connsiteX16" fmla="*/ 3970639 w 5132298"/>
                <a:gd name="connsiteY16" fmla="*/ 269845 h 1037139"/>
                <a:gd name="connsiteX17" fmla="*/ 3937435 w 5132298"/>
                <a:gd name="connsiteY17" fmla="*/ 306706 h 1037139"/>
                <a:gd name="connsiteX18" fmla="*/ 3937435 w 5132298"/>
                <a:gd name="connsiteY18" fmla="*/ 653397 h 1037139"/>
                <a:gd name="connsiteX19" fmla="*/ 3937454 w 5132298"/>
                <a:gd name="connsiteY19" fmla="*/ 653397 h 1037139"/>
                <a:gd name="connsiteX20" fmla="*/ 3937759 w 5132298"/>
                <a:gd name="connsiteY20" fmla="*/ 1000069 h 1037139"/>
                <a:gd name="connsiteX21" fmla="*/ 3970963 w 5132298"/>
                <a:gd name="connsiteY21" fmla="*/ 1036931 h 1037139"/>
                <a:gd name="connsiteX22" fmla="*/ 4110771 w 5132298"/>
                <a:gd name="connsiteY22" fmla="*/ 1036931 h 1037139"/>
                <a:gd name="connsiteX23" fmla="*/ 4143975 w 5132298"/>
                <a:gd name="connsiteY23" fmla="*/ 1000069 h 1037139"/>
                <a:gd name="connsiteX24" fmla="*/ 4143975 w 5132298"/>
                <a:gd name="connsiteY24" fmla="*/ 653397 h 1037139"/>
                <a:gd name="connsiteX25" fmla="*/ 4143956 w 5132298"/>
                <a:gd name="connsiteY25" fmla="*/ 653397 h 1037139"/>
                <a:gd name="connsiteX26" fmla="*/ 3441430 w 5132298"/>
                <a:gd name="connsiteY26" fmla="*/ 78 h 1037139"/>
                <a:gd name="connsiteX27" fmla="*/ 2991355 w 5132298"/>
                <a:gd name="connsiteY27" fmla="*/ 78 h 1037139"/>
                <a:gd name="connsiteX28" fmla="*/ 2958131 w 5132298"/>
                <a:gd name="connsiteY28" fmla="*/ 37035 h 1037139"/>
                <a:gd name="connsiteX29" fmla="*/ 2958131 w 5132298"/>
                <a:gd name="connsiteY29" fmla="*/ 646958 h 1037139"/>
                <a:gd name="connsiteX30" fmla="*/ 2991297 w 5132298"/>
                <a:gd name="connsiteY30" fmla="*/ 683858 h 1037139"/>
                <a:gd name="connsiteX31" fmla="*/ 3131391 w 5132298"/>
                <a:gd name="connsiteY31" fmla="*/ 683858 h 1037139"/>
                <a:gd name="connsiteX32" fmla="*/ 3164595 w 5132298"/>
                <a:gd name="connsiteY32" fmla="*/ 646958 h 1037139"/>
                <a:gd name="connsiteX33" fmla="*/ 3164786 w 5132298"/>
                <a:gd name="connsiteY33" fmla="*/ 189015 h 1037139"/>
                <a:gd name="connsiteX34" fmla="*/ 3418284 w 5132298"/>
                <a:gd name="connsiteY34" fmla="*/ 189111 h 1037139"/>
                <a:gd name="connsiteX35" fmla="*/ 3612499 w 5132298"/>
                <a:gd name="connsiteY35" fmla="*/ 369762 h 1037139"/>
                <a:gd name="connsiteX36" fmla="*/ 3612499 w 5132298"/>
                <a:gd name="connsiteY36" fmla="*/ 702794 h 1037139"/>
                <a:gd name="connsiteX37" fmla="*/ 3418284 w 5132298"/>
                <a:gd name="connsiteY37" fmla="*/ 847822 h 1037139"/>
                <a:gd name="connsiteX38" fmla="*/ 2958131 w 5132298"/>
                <a:gd name="connsiteY38" fmla="*/ 848298 h 1037139"/>
                <a:gd name="connsiteX39" fmla="*/ 2958131 w 5132298"/>
                <a:gd name="connsiteY39" fmla="*/ 1037217 h 1037139"/>
                <a:gd name="connsiteX40" fmla="*/ 3418284 w 5132298"/>
                <a:gd name="connsiteY40" fmla="*/ 1036931 h 1037139"/>
                <a:gd name="connsiteX41" fmla="*/ 3818982 w 5132298"/>
                <a:gd name="connsiteY41" fmla="*/ 702794 h 1037139"/>
                <a:gd name="connsiteX42" fmla="*/ 3818982 w 5132298"/>
                <a:gd name="connsiteY42" fmla="*/ 367590 h 1037139"/>
                <a:gd name="connsiteX43" fmla="*/ 3441430 w 5132298"/>
                <a:gd name="connsiteY43" fmla="*/ 78 h 1037139"/>
                <a:gd name="connsiteX44" fmla="*/ 5132651 w 5132298"/>
                <a:gd name="connsiteY44" fmla="*/ 679820 h 1037139"/>
                <a:gd name="connsiteX45" fmla="*/ 5131660 w 5132298"/>
                <a:gd name="connsiteY45" fmla="*/ 650425 h 1037139"/>
                <a:gd name="connsiteX46" fmla="*/ 4877591 w 5132298"/>
                <a:gd name="connsiteY46" fmla="*/ 447943 h 1037139"/>
                <a:gd name="connsiteX47" fmla="*/ 4567171 w 5132298"/>
                <a:gd name="connsiteY47" fmla="*/ 447943 h 1037139"/>
                <a:gd name="connsiteX48" fmla="*/ 4559208 w 5132298"/>
                <a:gd name="connsiteY48" fmla="*/ 447924 h 1037139"/>
                <a:gd name="connsiteX49" fmla="*/ 4469063 w 5132298"/>
                <a:gd name="connsiteY49" fmla="*/ 349759 h 1037139"/>
                <a:gd name="connsiteX50" fmla="*/ 4469368 w 5132298"/>
                <a:gd name="connsiteY50" fmla="*/ 279312 h 1037139"/>
                <a:gd name="connsiteX51" fmla="*/ 4567533 w 5132298"/>
                <a:gd name="connsiteY51" fmla="*/ 189187 h 1037139"/>
                <a:gd name="connsiteX52" fmla="*/ 4690043 w 5132298"/>
                <a:gd name="connsiteY52" fmla="*/ 189187 h 1037139"/>
                <a:gd name="connsiteX53" fmla="*/ 4691243 w 5132298"/>
                <a:gd name="connsiteY53" fmla="*/ 189225 h 1037139"/>
                <a:gd name="connsiteX54" fmla="*/ 5000825 w 5132298"/>
                <a:gd name="connsiteY54" fmla="*/ 189225 h 1037139"/>
                <a:gd name="connsiteX55" fmla="*/ 5035706 w 5132298"/>
                <a:gd name="connsiteY55" fmla="*/ 166270 h 1037139"/>
                <a:gd name="connsiteX56" fmla="*/ 5037687 w 5132298"/>
                <a:gd name="connsiteY56" fmla="*/ 156021 h 1037139"/>
                <a:gd name="connsiteX57" fmla="*/ 5037687 w 5132298"/>
                <a:gd name="connsiteY57" fmla="*/ 33282 h 1037139"/>
                <a:gd name="connsiteX58" fmla="*/ 5000825 w 5132298"/>
                <a:gd name="connsiteY58" fmla="*/ 116 h 1037139"/>
                <a:gd name="connsiteX59" fmla="*/ 4517869 w 5132298"/>
                <a:gd name="connsiteY59" fmla="*/ 173 h 1037139"/>
                <a:gd name="connsiteX60" fmla="*/ 4262409 w 5132298"/>
                <a:gd name="connsiteY60" fmla="*/ 235555 h 1037139"/>
                <a:gd name="connsiteX61" fmla="*/ 4262428 w 5132298"/>
                <a:gd name="connsiteY61" fmla="*/ 382392 h 1037139"/>
                <a:gd name="connsiteX62" fmla="*/ 4497886 w 5132298"/>
                <a:gd name="connsiteY62" fmla="*/ 636214 h 1037139"/>
                <a:gd name="connsiteX63" fmla="*/ 4836309 w 5132298"/>
                <a:gd name="connsiteY63" fmla="*/ 636214 h 1037139"/>
                <a:gd name="connsiteX64" fmla="*/ 4925977 w 5132298"/>
                <a:gd name="connsiteY64" fmla="*/ 734398 h 1037139"/>
                <a:gd name="connsiteX65" fmla="*/ 4925977 w 5132298"/>
                <a:gd name="connsiteY65" fmla="*/ 757944 h 1037139"/>
                <a:gd name="connsiteX66" fmla="*/ 4828289 w 5132298"/>
                <a:gd name="connsiteY66" fmla="*/ 848050 h 1037139"/>
                <a:gd name="connsiteX67" fmla="*/ 4299290 w 5132298"/>
                <a:gd name="connsiteY67" fmla="*/ 848050 h 1037139"/>
                <a:gd name="connsiteX68" fmla="*/ 4264447 w 5132298"/>
                <a:gd name="connsiteY68" fmla="*/ 870872 h 1037139"/>
                <a:gd name="connsiteX69" fmla="*/ 4262390 w 5132298"/>
                <a:gd name="connsiteY69" fmla="*/ 881216 h 1037139"/>
                <a:gd name="connsiteX70" fmla="*/ 4262390 w 5132298"/>
                <a:gd name="connsiteY70" fmla="*/ 1003955 h 1037139"/>
                <a:gd name="connsiteX71" fmla="*/ 4299290 w 5132298"/>
                <a:gd name="connsiteY71" fmla="*/ 1037160 h 1037139"/>
                <a:gd name="connsiteX72" fmla="*/ 4732296 w 5132298"/>
                <a:gd name="connsiteY72" fmla="*/ 1037160 h 1037139"/>
                <a:gd name="connsiteX73" fmla="*/ 4879172 w 5132298"/>
                <a:gd name="connsiteY73" fmla="*/ 1037083 h 1037139"/>
                <a:gd name="connsiteX74" fmla="*/ 5132651 w 5132298"/>
                <a:gd name="connsiteY74" fmla="*/ 801587 h 1037139"/>
                <a:gd name="connsiteX75" fmla="*/ 5132651 w 5132298"/>
                <a:gd name="connsiteY75" fmla="*/ 679820 h 1037139"/>
                <a:gd name="connsiteX76" fmla="*/ 280863 w 5132298"/>
                <a:gd name="connsiteY76" fmla="*/ 189111 h 1037139"/>
                <a:gd name="connsiteX77" fmla="*/ 825046 w 5132298"/>
                <a:gd name="connsiteY77" fmla="*/ 189111 h 1037139"/>
                <a:gd name="connsiteX78" fmla="*/ 861203 w 5132298"/>
                <a:gd name="connsiteY78" fmla="*/ 156573 h 1037139"/>
                <a:gd name="connsiteX79" fmla="*/ 861203 w 5132298"/>
                <a:gd name="connsiteY79" fmla="*/ 32729 h 1037139"/>
                <a:gd name="connsiteX80" fmla="*/ 825046 w 5132298"/>
                <a:gd name="connsiteY80" fmla="*/ 78 h 1037139"/>
                <a:gd name="connsiteX81" fmla="*/ 277073 w 5132298"/>
                <a:gd name="connsiteY81" fmla="*/ 78 h 1037139"/>
                <a:gd name="connsiteX82" fmla="*/ 352 w 5132298"/>
                <a:gd name="connsiteY82" fmla="*/ 255005 h 1037139"/>
                <a:gd name="connsiteX83" fmla="*/ 352 w 5132298"/>
                <a:gd name="connsiteY83" fmla="*/ 782309 h 1037139"/>
                <a:gd name="connsiteX84" fmla="*/ 277073 w 5132298"/>
                <a:gd name="connsiteY84" fmla="*/ 1037217 h 1037139"/>
                <a:gd name="connsiteX85" fmla="*/ 825046 w 5132298"/>
                <a:gd name="connsiteY85" fmla="*/ 1037217 h 1037139"/>
                <a:gd name="connsiteX86" fmla="*/ 861203 w 5132298"/>
                <a:gd name="connsiteY86" fmla="*/ 1004660 h 1037139"/>
                <a:gd name="connsiteX87" fmla="*/ 861203 w 5132298"/>
                <a:gd name="connsiteY87" fmla="*/ 880816 h 1037139"/>
                <a:gd name="connsiteX88" fmla="*/ 825046 w 5132298"/>
                <a:gd name="connsiteY88" fmla="*/ 848298 h 1037139"/>
                <a:gd name="connsiteX89" fmla="*/ 280863 w 5132298"/>
                <a:gd name="connsiteY89" fmla="*/ 848298 h 1037139"/>
                <a:gd name="connsiteX90" fmla="*/ 207006 w 5132298"/>
                <a:gd name="connsiteY90" fmla="*/ 779051 h 1037139"/>
                <a:gd name="connsiteX91" fmla="*/ 207006 w 5132298"/>
                <a:gd name="connsiteY91" fmla="*/ 634347 h 1037139"/>
                <a:gd name="connsiteX92" fmla="*/ 532457 w 5132298"/>
                <a:gd name="connsiteY92" fmla="*/ 634347 h 1037139"/>
                <a:gd name="connsiteX93" fmla="*/ 568595 w 5132298"/>
                <a:gd name="connsiteY93" fmla="*/ 601772 h 1037139"/>
                <a:gd name="connsiteX94" fmla="*/ 568595 w 5132298"/>
                <a:gd name="connsiteY94" fmla="*/ 480557 h 1037139"/>
                <a:gd name="connsiteX95" fmla="*/ 532457 w 5132298"/>
                <a:gd name="connsiteY95" fmla="*/ 447943 h 1037139"/>
                <a:gd name="connsiteX96" fmla="*/ 207006 w 5132298"/>
                <a:gd name="connsiteY96" fmla="*/ 447943 h 1037139"/>
                <a:gd name="connsiteX97" fmla="*/ 207006 w 5132298"/>
                <a:gd name="connsiteY97" fmla="*/ 258395 h 1037139"/>
                <a:gd name="connsiteX98" fmla="*/ 280863 w 5132298"/>
                <a:gd name="connsiteY98" fmla="*/ 189111 h 1037139"/>
                <a:gd name="connsiteX99" fmla="*/ 1186405 w 5132298"/>
                <a:gd name="connsiteY99" fmla="*/ 189130 h 1037139"/>
                <a:gd name="connsiteX100" fmla="*/ 1186405 w 5132298"/>
                <a:gd name="connsiteY100" fmla="*/ 1000336 h 1037139"/>
                <a:gd name="connsiteX101" fmla="*/ 1153144 w 5132298"/>
                <a:gd name="connsiteY101" fmla="*/ 1037198 h 1037139"/>
                <a:gd name="connsiteX102" fmla="*/ 1012879 w 5132298"/>
                <a:gd name="connsiteY102" fmla="*/ 1037198 h 1037139"/>
                <a:gd name="connsiteX103" fmla="*/ 979656 w 5132298"/>
                <a:gd name="connsiteY103" fmla="*/ 1000336 h 1037139"/>
                <a:gd name="connsiteX104" fmla="*/ 979656 w 5132298"/>
                <a:gd name="connsiteY104" fmla="*/ 37035 h 1037139"/>
                <a:gd name="connsiteX105" fmla="*/ 1012879 w 5132298"/>
                <a:gd name="connsiteY105" fmla="*/ 116 h 1037139"/>
                <a:gd name="connsiteX106" fmla="*/ 1439846 w 5132298"/>
                <a:gd name="connsiteY106" fmla="*/ 116 h 1037139"/>
                <a:gd name="connsiteX107" fmla="*/ 1840506 w 5132298"/>
                <a:gd name="connsiteY107" fmla="*/ 369838 h 1037139"/>
                <a:gd name="connsiteX108" fmla="*/ 1840506 w 5132298"/>
                <a:gd name="connsiteY108" fmla="*/ 1004032 h 1037139"/>
                <a:gd name="connsiteX109" fmla="*/ 1803625 w 5132298"/>
                <a:gd name="connsiteY109" fmla="*/ 1037198 h 1037139"/>
                <a:gd name="connsiteX110" fmla="*/ 1670885 w 5132298"/>
                <a:gd name="connsiteY110" fmla="*/ 1037198 h 1037139"/>
                <a:gd name="connsiteX111" fmla="*/ 1634023 w 5132298"/>
                <a:gd name="connsiteY111" fmla="*/ 1004032 h 1037139"/>
                <a:gd name="connsiteX112" fmla="*/ 1634023 w 5132298"/>
                <a:gd name="connsiteY112" fmla="*/ 369838 h 1037139"/>
                <a:gd name="connsiteX113" fmla="*/ 1439846 w 5132298"/>
                <a:gd name="connsiteY113" fmla="*/ 189225 h 1037139"/>
                <a:gd name="connsiteX114" fmla="*/ 1186405 w 5132298"/>
                <a:gd name="connsiteY114" fmla="*/ 189130 h 1037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</a:cxnLst>
              <a:rect l="l" t="t" r="r" b="b"/>
              <a:pathLst>
                <a:path w="5132298" h="1037139">
                  <a:moveTo>
                    <a:pt x="4143956" y="78849"/>
                  </a:moveTo>
                  <a:lnTo>
                    <a:pt x="4143651" y="36939"/>
                  </a:lnTo>
                  <a:cubicBezTo>
                    <a:pt x="4143651" y="16613"/>
                    <a:pt x="4128754" y="78"/>
                    <a:pt x="4110447" y="78"/>
                  </a:cubicBezTo>
                  <a:lnTo>
                    <a:pt x="3970639" y="78"/>
                  </a:lnTo>
                  <a:cubicBezTo>
                    <a:pt x="3952351" y="78"/>
                    <a:pt x="3937435" y="16613"/>
                    <a:pt x="3937435" y="36939"/>
                  </a:cubicBezTo>
                  <a:lnTo>
                    <a:pt x="3937435" y="78849"/>
                  </a:lnTo>
                  <a:lnTo>
                    <a:pt x="3937454" y="78849"/>
                  </a:lnTo>
                  <a:lnTo>
                    <a:pt x="3937759" y="152249"/>
                  </a:lnTo>
                  <a:cubicBezTo>
                    <a:pt x="3937759" y="172575"/>
                    <a:pt x="3952637" y="189111"/>
                    <a:pt x="3970963" y="189111"/>
                  </a:cubicBezTo>
                  <a:lnTo>
                    <a:pt x="4110771" y="189111"/>
                  </a:lnTo>
                  <a:cubicBezTo>
                    <a:pt x="4129059" y="189111"/>
                    <a:pt x="4143975" y="172575"/>
                    <a:pt x="4143975" y="152249"/>
                  </a:cubicBezTo>
                  <a:lnTo>
                    <a:pt x="4143975" y="78849"/>
                  </a:lnTo>
                  <a:lnTo>
                    <a:pt x="4143956" y="78849"/>
                  </a:lnTo>
                  <a:close/>
                  <a:moveTo>
                    <a:pt x="4143956" y="653397"/>
                  </a:moveTo>
                  <a:lnTo>
                    <a:pt x="4143651" y="306706"/>
                  </a:lnTo>
                  <a:cubicBezTo>
                    <a:pt x="4143651" y="286361"/>
                    <a:pt x="4128754" y="269845"/>
                    <a:pt x="4110447" y="269845"/>
                  </a:cubicBezTo>
                  <a:lnTo>
                    <a:pt x="3970639" y="269845"/>
                  </a:lnTo>
                  <a:cubicBezTo>
                    <a:pt x="3952351" y="269845"/>
                    <a:pt x="3937435" y="286361"/>
                    <a:pt x="3937435" y="306706"/>
                  </a:cubicBezTo>
                  <a:lnTo>
                    <a:pt x="3937435" y="653397"/>
                  </a:lnTo>
                  <a:lnTo>
                    <a:pt x="3937454" y="653397"/>
                  </a:lnTo>
                  <a:lnTo>
                    <a:pt x="3937759" y="1000069"/>
                  </a:lnTo>
                  <a:cubicBezTo>
                    <a:pt x="3937759" y="1020396"/>
                    <a:pt x="3952637" y="1036931"/>
                    <a:pt x="3970963" y="1036931"/>
                  </a:cubicBezTo>
                  <a:lnTo>
                    <a:pt x="4110771" y="1036931"/>
                  </a:lnTo>
                  <a:cubicBezTo>
                    <a:pt x="4129059" y="1036931"/>
                    <a:pt x="4143975" y="1020396"/>
                    <a:pt x="4143975" y="1000069"/>
                  </a:cubicBezTo>
                  <a:lnTo>
                    <a:pt x="4143975" y="653397"/>
                  </a:lnTo>
                  <a:lnTo>
                    <a:pt x="4143956" y="653397"/>
                  </a:lnTo>
                  <a:close/>
                  <a:moveTo>
                    <a:pt x="3441430" y="78"/>
                  </a:moveTo>
                  <a:lnTo>
                    <a:pt x="2991355" y="78"/>
                  </a:lnTo>
                  <a:cubicBezTo>
                    <a:pt x="2973029" y="78"/>
                    <a:pt x="2958131" y="16670"/>
                    <a:pt x="2958131" y="37035"/>
                  </a:cubicBezTo>
                  <a:lnTo>
                    <a:pt x="2958131" y="646958"/>
                  </a:lnTo>
                  <a:cubicBezTo>
                    <a:pt x="2958131" y="667323"/>
                    <a:pt x="2973009" y="683858"/>
                    <a:pt x="2991297" y="683858"/>
                  </a:cubicBezTo>
                  <a:lnTo>
                    <a:pt x="3131391" y="683858"/>
                  </a:lnTo>
                  <a:cubicBezTo>
                    <a:pt x="3149717" y="683858"/>
                    <a:pt x="3164595" y="667323"/>
                    <a:pt x="3164595" y="646958"/>
                  </a:cubicBezTo>
                  <a:lnTo>
                    <a:pt x="3164786" y="189015"/>
                  </a:lnTo>
                  <a:lnTo>
                    <a:pt x="3418284" y="189111"/>
                  </a:lnTo>
                  <a:cubicBezTo>
                    <a:pt x="3525383" y="189111"/>
                    <a:pt x="3612499" y="270149"/>
                    <a:pt x="3612499" y="369762"/>
                  </a:cubicBezTo>
                  <a:lnTo>
                    <a:pt x="3612499" y="702794"/>
                  </a:lnTo>
                  <a:cubicBezTo>
                    <a:pt x="3612499" y="802368"/>
                    <a:pt x="3525383" y="847822"/>
                    <a:pt x="3418284" y="847822"/>
                  </a:cubicBezTo>
                  <a:lnTo>
                    <a:pt x="2958131" y="848298"/>
                  </a:lnTo>
                  <a:lnTo>
                    <a:pt x="2958131" y="1037217"/>
                  </a:lnTo>
                  <a:lnTo>
                    <a:pt x="3418284" y="1036931"/>
                  </a:lnTo>
                  <a:cubicBezTo>
                    <a:pt x="3639226" y="1036931"/>
                    <a:pt x="3818982" y="906648"/>
                    <a:pt x="3818982" y="702794"/>
                  </a:cubicBezTo>
                  <a:lnTo>
                    <a:pt x="3818982" y="367590"/>
                  </a:lnTo>
                  <a:cubicBezTo>
                    <a:pt x="3818982" y="171985"/>
                    <a:pt x="3654866" y="78"/>
                    <a:pt x="3441430" y="78"/>
                  </a:cubicBezTo>
                  <a:moveTo>
                    <a:pt x="5132651" y="679820"/>
                  </a:moveTo>
                  <a:cubicBezTo>
                    <a:pt x="5132651" y="670447"/>
                    <a:pt x="5132575" y="660846"/>
                    <a:pt x="5131660" y="650425"/>
                  </a:cubicBezTo>
                  <a:cubicBezTo>
                    <a:pt x="5121469" y="535230"/>
                    <a:pt x="5002749" y="447943"/>
                    <a:pt x="4877591" y="447943"/>
                  </a:cubicBezTo>
                  <a:lnTo>
                    <a:pt x="4567171" y="447943"/>
                  </a:lnTo>
                  <a:lnTo>
                    <a:pt x="4559208" y="447924"/>
                  </a:lnTo>
                  <a:cubicBezTo>
                    <a:pt x="4509487" y="447924"/>
                    <a:pt x="4469063" y="403861"/>
                    <a:pt x="4469063" y="349759"/>
                  </a:cubicBezTo>
                  <a:lnTo>
                    <a:pt x="4469368" y="279312"/>
                  </a:lnTo>
                  <a:cubicBezTo>
                    <a:pt x="4469368" y="229630"/>
                    <a:pt x="4513412" y="189187"/>
                    <a:pt x="4567533" y="189187"/>
                  </a:cubicBezTo>
                  <a:lnTo>
                    <a:pt x="4690043" y="189187"/>
                  </a:lnTo>
                  <a:lnTo>
                    <a:pt x="4691243" y="189225"/>
                  </a:lnTo>
                  <a:lnTo>
                    <a:pt x="5000825" y="189225"/>
                  </a:lnTo>
                  <a:cubicBezTo>
                    <a:pt x="5016656" y="189225"/>
                    <a:pt x="5030676" y="180005"/>
                    <a:pt x="5035706" y="166270"/>
                  </a:cubicBezTo>
                  <a:cubicBezTo>
                    <a:pt x="5037039" y="162612"/>
                    <a:pt x="5037687" y="159259"/>
                    <a:pt x="5037687" y="156021"/>
                  </a:cubicBezTo>
                  <a:lnTo>
                    <a:pt x="5037687" y="33282"/>
                  </a:lnTo>
                  <a:cubicBezTo>
                    <a:pt x="5037687" y="14956"/>
                    <a:pt x="5021151" y="116"/>
                    <a:pt x="5000825" y="116"/>
                  </a:cubicBezTo>
                  <a:lnTo>
                    <a:pt x="4517869" y="173"/>
                  </a:lnTo>
                  <a:cubicBezTo>
                    <a:pt x="4377928" y="173"/>
                    <a:pt x="4262409" y="105805"/>
                    <a:pt x="4262409" y="235555"/>
                  </a:cubicBezTo>
                  <a:lnTo>
                    <a:pt x="4262428" y="382392"/>
                  </a:lnTo>
                  <a:cubicBezTo>
                    <a:pt x="4262428" y="522352"/>
                    <a:pt x="4368041" y="636214"/>
                    <a:pt x="4497886" y="636214"/>
                  </a:cubicBezTo>
                  <a:lnTo>
                    <a:pt x="4836309" y="636214"/>
                  </a:lnTo>
                  <a:cubicBezTo>
                    <a:pt x="4885992" y="636214"/>
                    <a:pt x="4925977" y="680258"/>
                    <a:pt x="4925977" y="734398"/>
                  </a:cubicBezTo>
                  <a:lnTo>
                    <a:pt x="4925977" y="757944"/>
                  </a:lnTo>
                  <a:cubicBezTo>
                    <a:pt x="4925977" y="807645"/>
                    <a:pt x="4882410" y="848050"/>
                    <a:pt x="4828289" y="848050"/>
                  </a:cubicBezTo>
                  <a:lnTo>
                    <a:pt x="4299290" y="848050"/>
                  </a:lnTo>
                  <a:cubicBezTo>
                    <a:pt x="4283440" y="848050"/>
                    <a:pt x="4269419" y="857213"/>
                    <a:pt x="4264447" y="870872"/>
                  </a:cubicBezTo>
                  <a:cubicBezTo>
                    <a:pt x="4263057" y="874606"/>
                    <a:pt x="4262390" y="877997"/>
                    <a:pt x="4262390" y="881216"/>
                  </a:cubicBezTo>
                  <a:lnTo>
                    <a:pt x="4262390" y="1003955"/>
                  </a:lnTo>
                  <a:cubicBezTo>
                    <a:pt x="4262390" y="1022262"/>
                    <a:pt x="4278944" y="1037160"/>
                    <a:pt x="4299290" y="1037160"/>
                  </a:cubicBezTo>
                  <a:lnTo>
                    <a:pt x="4732296" y="1037160"/>
                  </a:lnTo>
                  <a:lnTo>
                    <a:pt x="4879172" y="1037083"/>
                  </a:lnTo>
                  <a:cubicBezTo>
                    <a:pt x="5019075" y="1037083"/>
                    <a:pt x="5132651" y="931470"/>
                    <a:pt x="5132651" y="801587"/>
                  </a:cubicBezTo>
                  <a:lnTo>
                    <a:pt x="5132651" y="679820"/>
                  </a:lnTo>
                  <a:close/>
                  <a:moveTo>
                    <a:pt x="280863" y="189111"/>
                  </a:moveTo>
                  <a:lnTo>
                    <a:pt x="825046" y="189111"/>
                  </a:lnTo>
                  <a:cubicBezTo>
                    <a:pt x="844972" y="189111"/>
                    <a:pt x="861203" y="174518"/>
                    <a:pt x="861203" y="156573"/>
                  </a:cubicBezTo>
                  <a:lnTo>
                    <a:pt x="861203" y="32729"/>
                  </a:lnTo>
                  <a:cubicBezTo>
                    <a:pt x="861203" y="14746"/>
                    <a:pt x="845734" y="78"/>
                    <a:pt x="825046" y="78"/>
                  </a:cubicBezTo>
                  <a:lnTo>
                    <a:pt x="277073" y="78"/>
                  </a:lnTo>
                  <a:cubicBezTo>
                    <a:pt x="124501" y="78"/>
                    <a:pt x="352" y="114301"/>
                    <a:pt x="352" y="255005"/>
                  </a:cubicBezTo>
                  <a:lnTo>
                    <a:pt x="352" y="782309"/>
                  </a:lnTo>
                  <a:cubicBezTo>
                    <a:pt x="352" y="922955"/>
                    <a:pt x="124501" y="1037217"/>
                    <a:pt x="277073" y="1037217"/>
                  </a:cubicBezTo>
                  <a:lnTo>
                    <a:pt x="825046" y="1037217"/>
                  </a:lnTo>
                  <a:cubicBezTo>
                    <a:pt x="844972" y="1037217"/>
                    <a:pt x="861203" y="1022605"/>
                    <a:pt x="861203" y="1004660"/>
                  </a:cubicBezTo>
                  <a:lnTo>
                    <a:pt x="861203" y="880816"/>
                  </a:lnTo>
                  <a:cubicBezTo>
                    <a:pt x="861203" y="862871"/>
                    <a:pt x="844972" y="848298"/>
                    <a:pt x="825046" y="848298"/>
                  </a:cubicBezTo>
                  <a:lnTo>
                    <a:pt x="280863" y="848298"/>
                  </a:lnTo>
                  <a:cubicBezTo>
                    <a:pt x="240839" y="848298"/>
                    <a:pt x="207006" y="816580"/>
                    <a:pt x="207006" y="779051"/>
                  </a:cubicBezTo>
                  <a:lnTo>
                    <a:pt x="207006" y="634347"/>
                  </a:lnTo>
                  <a:lnTo>
                    <a:pt x="532457" y="634347"/>
                  </a:lnTo>
                  <a:cubicBezTo>
                    <a:pt x="552383" y="634347"/>
                    <a:pt x="568595" y="619717"/>
                    <a:pt x="568595" y="601772"/>
                  </a:cubicBezTo>
                  <a:lnTo>
                    <a:pt x="568595" y="480557"/>
                  </a:lnTo>
                  <a:cubicBezTo>
                    <a:pt x="568595" y="462573"/>
                    <a:pt x="552383" y="447943"/>
                    <a:pt x="532457" y="447943"/>
                  </a:cubicBezTo>
                  <a:lnTo>
                    <a:pt x="207006" y="447943"/>
                  </a:lnTo>
                  <a:lnTo>
                    <a:pt x="207006" y="258395"/>
                  </a:lnTo>
                  <a:cubicBezTo>
                    <a:pt x="207006" y="220829"/>
                    <a:pt x="240839" y="189111"/>
                    <a:pt x="280863" y="189111"/>
                  </a:cubicBezTo>
                  <a:moveTo>
                    <a:pt x="1186405" y="189130"/>
                  </a:moveTo>
                  <a:lnTo>
                    <a:pt x="1186405" y="1000336"/>
                  </a:lnTo>
                  <a:cubicBezTo>
                    <a:pt x="1186405" y="1020662"/>
                    <a:pt x="1171470" y="1037198"/>
                    <a:pt x="1153144" y="1037198"/>
                  </a:cubicBezTo>
                  <a:lnTo>
                    <a:pt x="1012879" y="1037198"/>
                  </a:lnTo>
                  <a:cubicBezTo>
                    <a:pt x="994553" y="1037198"/>
                    <a:pt x="979656" y="1020662"/>
                    <a:pt x="979656" y="1000336"/>
                  </a:cubicBezTo>
                  <a:lnTo>
                    <a:pt x="979656" y="37035"/>
                  </a:lnTo>
                  <a:cubicBezTo>
                    <a:pt x="979656" y="16670"/>
                    <a:pt x="994553" y="116"/>
                    <a:pt x="1012879" y="116"/>
                  </a:cubicBezTo>
                  <a:lnTo>
                    <a:pt x="1439846" y="116"/>
                  </a:lnTo>
                  <a:cubicBezTo>
                    <a:pt x="1660769" y="116"/>
                    <a:pt x="1840506" y="165946"/>
                    <a:pt x="1840506" y="369838"/>
                  </a:cubicBezTo>
                  <a:lnTo>
                    <a:pt x="1840506" y="1004032"/>
                  </a:lnTo>
                  <a:cubicBezTo>
                    <a:pt x="1840506" y="1022339"/>
                    <a:pt x="1823971" y="1037198"/>
                    <a:pt x="1803625" y="1037198"/>
                  </a:cubicBezTo>
                  <a:lnTo>
                    <a:pt x="1670885" y="1037198"/>
                  </a:lnTo>
                  <a:cubicBezTo>
                    <a:pt x="1650559" y="1037198"/>
                    <a:pt x="1634023" y="1022339"/>
                    <a:pt x="1634023" y="1004032"/>
                  </a:cubicBezTo>
                  <a:lnTo>
                    <a:pt x="1634023" y="369838"/>
                  </a:lnTo>
                  <a:cubicBezTo>
                    <a:pt x="1634023" y="270264"/>
                    <a:pt x="1546926" y="189225"/>
                    <a:pt x="1439846" y="189225"/>
                  </a:cubicBezTo>
                  <a:lnTo>
                    <a:pt x="1186405" y="189130"/>
                  </a:lnTo>
                  <a:close/>
                </a:path>
              </a:pathLst>
            </a:custGeom>
            <a:solidFill>
              <a:schemeClr val="tx2"/>
            </a:solidFill>
            <a:ln w="19050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fr-FR" sz="1350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98821EFE-88B0-4E18-9A27-016423FF1972}"/>
              </a:ext>
            </a:extLst>
          </p:cNvPr>
          <p:cNvSpPr/>
          <p:nvPr userDrawn="1"/>
        </p:nvSpPr>
        <p:spPr>
          <a:xfrm>
            <a:off x="3607475" y="-188595"/>
            <a:ext cx="134779" cy="13477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A7A67B-B3C3-4FA0-BD0E-026447A3CBA4}"/>
              </a:ext>
            </a:extLst>
          </p:cNvPr>
          <p:cNvSpPr/>
          <p:nvPr userDrawn="1"/>
        </p:nvSpPr>
        <p:spPr>
          <a:xfrm>
            <a:off x="3789164" y="-188595"/>
            <a:ext cx="134779" cy="1347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B40B1F-2606-4D95-8B73-9F1473B4EC17}"/>
              </a:ext>
            </a:extLst>
          </p:cNvPr>
          <p:cNvSpPr/>
          <p:nvPr userDrawn="1"/>
        </p:nvSpPr>
        <p:spPr>
          <a:xfrm>
            <a:off x="4125158" y="-188595"/>
            <a:ext cx="134779" cy="134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2E27E0-7B9F-448A-A05C-14382BAC5EE1}"/>
              </a:ext>
            </a:extLst>
          </p:cNvPr>
          <p:cNvSpPr/>
          <p:nvPr userDrawn="1"/>
        </p:nvSpPr>
        <p:spPr>
          <a:xfrm>
            <a:off x="4493303" y="-188595"/>
            <a:ext cx="134779" cy="134779"/>
          </a:xfrm>
          <a:prstGeom prst="rect">
            <a:avLst/>
          </a:prstGeom>
          <a:solidFill>
            <a:srgbClr val="1D80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AEB5EA-BC67-454F-B72F-9C3D7307DC32}"/>
              </a:ext>
            </a:extLst>
          </p:cNvPr>
          <p:cNvSpPr/>
          <p:nvPr userDrawn="1"/>
        </p:nvSpPr>
        <p:spPr>
          <a:xfrm>
            <a:off x="4674992" y="-188595"/>
            <a:ext cx="134779" cy="13477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D15E66-A588-4A8A-A903-0E9F8031CEA3}"/>
              </a:ext>
            </a:extLst>
          </p:cNvPr>
          <p:cNvSpPr/>
          <p:nvPr userDrawn="1"/>
        </p:nvSpPr>
        <p:spPr>
          <a:xfrm>
            <a:off x="4856681" y="-188595"/>
            <a:ext cx="134779" cy="13477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C9A9072-0ACF-4135-8463-BBF0A32BC16E}"/>
              </a:ext>
            </a:extLst>
          </p:cNvPr>
          <p:cNvSpPr/>
          <p:nvPr userDrawn="1"/>
        </p:nvSpPr>
        <p:spPr>
          <a:xfrm>
            <a:off x="5038370" y="-188595"/>
            <a:ext cx="134779" cy="134779"/>
          </a:xfrm>
          <a:prstGeom prst="rect">
            <a:avLst/>
          </a:prstGeom>
          <a:solidFill>
            <a:srgbClr val="C8AF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6B1BAA-0F64-47E8-916D-4610AB9EA46C}"/>
              </a:ext>
            </a:extLst>
          </p:cNvPr>
          <p:cNvSpPr/>
          <p:nvPr userDrawn="1"/>
        </p:nvSpPr>
        <p:spPr>
          <a:xfrm>
            <a:off x="5220059" y="-188595"/>
            <a:ext cx="134779" cy="13477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C28B40-3CEF-4E68-B5B8-262D8FA8D7B3}"/>
              </a:ext>
            </a:extLst>
          </p:cNvPr>
          <p:cNvSpPr/>
          <p:nvPr userDrawn="1"/>
        </p:nvSpPr>
        <p:spPr>
          <a:xfrm>
            <a:off x="5401748" y="-188595"/>
            <a:ext cx="134779" cy="13477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DD58350-5D15-4D25-9F1D-210DF8763903}"/>
              </a:ext>
            </a:extLst>
          </p:cNvPr>
          <p:cNvSpPr/>
          <p:nvPr userDrawn="1"/>
        </p:nvSpPr>
        <p:spPr>
          <a:xfrm>
            <a:off x="4309230" y="-188595"/>
            <a:ext cx="134779" cy="134779"/>
          </a:xfrm>
          <a:prstGeom prst="rect">
            <a:avLst/>
          </a:prstGeom>
          <a:solidFill>
            <a:srgbClr val="3EA4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2332367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4" r:id="rId2"/>
    <p:sldLayoutId id="2147483714" r:id="rId3"/>
    <p:sldLayoutId id="2147483724" r:id="rId4"/>
    <p:sldLayoutId id="2147483727" r:id="rId5"/>
    <p:sldLayoutId id="2147483730" r:id="rId6"/>
    <p:sldLayoutId id="2147483736" r:id="rId7"/>
    <p:sldLayoutId id="2147483744" r:id="rId8"/>
    <p:sldLayoutId id="2147483750" r:id="rId9"/>
    <p:sldLayoutId id="2147483753" r:id="rId10"/>
    <p:sldLayoutId id="2147483754" r:id="rId11"/>
  </p:sldLayoutIdLst>
  <p:hf hdr="0" ft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2625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685783" rtl="0" eaLnBrk="1" latinLnBrk="0" hangingPunct="1">
        <a:lnSpc>
          <a:spcPct val="101000"/>
        </a:lnSpc>
        <a:spcBef>
          <a:spcPts val="0"/>
        </a:spcBef>
        <a:buFont typeface="Arial" panose="020B0604020202020204" pitchFamily="34" charset="0"/>
        <a:buNone/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162000" indent="-162000" algn="l" defTabSz="685783" rtl="0" eaLnBrk="1" latinLnBrk="0" hangingPunct="1">
        <a:lnSpc>
          <a:spcPct val="101000"/>
        </a:lnSpc>
        <a:spcBef>
          <a:spcPts val="0"/>
        </a:spcBef>
        <a:buClr>
          <a:schemeClr val="tx2"/>
        </a:buClr>
        <a:buSzPct val="120000"/>
        <a:buFont typeface="Public Sans" pitchFamily="2" charset="0"/>
        <a:buChar char="—"/>
        <a:defRPr sz="900" b="1" kern="1200">
          <a:solidFill>
            <a:schemeClr val="tx2"/>
          </a:solidFill>
          <a:latin typeface="Public Sans" pitchFamily="2" charset="0"/>
          <a:ea typeface="+mn-ea"/>
          <a:cs typeface="+mn-cs"/>
        </a:defRPr>
      </a:lvl2pPr>
      <a:lvl3pPr marL="432000" indent="-81000" algn="l" defTabSz="685783" rtl="0" eaLnBrk="1" latinLnBrk="0" hangingPunct="1">
        <a:lnSpc>
          <a:spcPct val="101000"/>
        </a:lnSpc>
        <a:spcBef>
          <a:spcPts val="0"/>
        </a:spcBef>
        <a:buFont typeface="Arial" panose="020B0604020202020204" pitchFamily="34" charset="0"/>
        <a:buChar char="-"/>
        <a:defRPr sz="900" kern="1200">
          <a:solidFill>
            <a:schemeClr val="tx1"/>
          </a:solidFill>
          <a:latin typeface="Public Sans" pitchFamily="2" charset="0"/>
          <a:ea typeface="+mn-ea"/>
          <a:cs typeface="+mn-cs"/>
        </a:defRPr>
      </a:lvl3pPr>
      <a:lvl4pPr marL="864000" indent="-162000" algn="l" defTabSz="685783" rtl="0" eaLnBrk="1" latinLnBrk="0" hangingPunct="1">
        <a:lnSpc>
          <a:spcPct val="101000"/>
        </a:lnSpc>
        <a:spcBef>
          <a:spcPts val="0"/>
        </a:spcBef>
        <a:buFont typeface="Arial" panose="020B0604020202020204" pitchFamily="34" charset="0"/>
        <a:buChar char="•"/>
        <a:defRPr sz="825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685783" rtl="0" eaLnBrk="1" latinLnBrk="0" hangingPunct="1">
        <a:lnSpc>
          <a:spcPct val="101000"/>
        </a:lnSpc>
        <a:spcBef>
          <a:spcPts val="0"/>
        </a:spcBef>
        <a:buFont typeface="Arial" panose="020B0604020202020204" pitchFamily="34" charset="0"/>
        <a:buNone/>
        <a:defRPr sz="1200" kern="1200">
          <a:solidFill>
            <a:schemeClr val="tx2"/>
          </a:solidFill>
          <a:latin typeface="+mj-lt"/>
          <a:ea typeface="+mn-ea"/>
          <a:cs typeface="+mn-cs"/>
        </a:defRPr>
      </a:lvl5pPr>
      <a:lvl6pPr marL="0" indent="0" algn="l" defTabSz="685783" rtl="0" eaLnBrk="1" latinLnBrk="0" hangingPunct="1">
        <a:lnSpc>
          <a:spcPct val="101000"/>
        </a:lnSpc>
        <a:spcBef>
          <a:spcPts val="0"/>
        </a:spcBef>
        <a:buFont typeface="Arial" panose="020B0604020202020204" pitchFamily="34" charset="0"/>
        <a:buNone/>
        <a:defRPr sz="450" i="1" kern="1200">
          <a:solidFill>
            <a:schemeClr val="tx1"/>
          </a:solidFill>
          <a:latin typeface="Public Sans" pitchFamily="2" charset="0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data.enedis.fr/" TargetMode="Externa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.enedis.fr/page/contact/" TargetMode="Externa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277BA6-F603-DE48-94AD-83E74CD791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410" y="1214403"/>
            <a:ext cx="7796450" cy="340414"/>
          </a:xfrm>
        </p:spPr>
        <p:txBody>
          <a:bodyPr/>
          <a:lstStyle/>
          <a:p>
            <a:r>
              <a:rPr lang="fr-FR" sz="2800">
                <a:latin typeface="Enedis Light"/>
              </a:rPr>
              <a:t>Nouvelle plateforme de données en Open data </a:t>
            </a:r>
            <a:endParaRPr lang="fr-FR" sz="2800">
              <a:solidFill>
                <a:srgbClr val="FFFFFF"/>
              </a:solidFill>
              <a:latin typeface="Enedis Light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B87AD7D-A577-E74C-9E73-8089D00CCC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410" y="1769404"/>
            <a:ext cx="5029030" cy="302840"/>
          </a:xfrm>
        </p:spPr>
        <p:txBody>
          <a:bodyPr vert="horz" lIns="0" tIns="0" rIns="0" bIns="0" rtlCol="0" anchor="t">
            <a:spAutoFit/>
          </a:bodyPr>
          <a:lstStyle/>
          <a:p>
            <a:r>
              <a:rPr lang="fr-FR" sz="2400" b="1" dirty="0">
                <a:latin typeface="Enedis"/>
              </a:rPr>
              <a:t>Migration</a:t>
            </a:r>
            <a:endParaRPr lang="en-US" sz="1800" dirty="0"/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3B87AD7D-A577-E74C-9E73-8089D00CCCFD}"/>
              </a:ext>
            </a:extLst>
          </p:cNvPr>
          <p:cNvSpPr txBox="1">
            <a:spLocks/>
          </p:cNvSpPr>
          <p:nvPr/>
        </p:nvSpPr>
        <p:spPr>
          <a:xfrm>
            <a:off x="7227402" y="4722877"/>
            <a:ext cx="1870299" cy="12618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 algn="l" defTabSz="685783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1875" kern="1200">
                <a:solidFill>
                  <a:schemeClr val="bg1"/>
                </a:solidFill>
                <a:latin typeface="Enedis Light" pitchFamily="50" charset="0"/>
                <a:ea typeface="+mn-ea"/>
                <a:cs typeface="+mn-cs"/>
              </a:defRPr>
            </a:lvl1pPr>
            <a:lvl2pPr marL="342892" indent="0" algn="ctr" defTabSz="685783" rtl="0" eaLnBrk="1" latinLnBrk="0" hangingPunct="1">
              <a:lnSpc>
                <a:spcPct val="101000"/>
              </a:lnSpc>
              <a:spcBef>
                <a:spcPts val="0"/>
              </a:spcBef>
              <a:buClr>
                <a:schemeClr val="tx2"/>
              </a:buClr>
              <a:buSzPct val="120000"/>
              <a:buFont typeface="Public Sans" pitchFamily="2" charset="0"/>
              <a:buNone/>
              <a:defRPr sz="1500" b="1" kern="1200">
                <a:solidFill>
                  <a:schemeClr val="tx2"/>
                </a:solidFill>
                <a:latin typeface="Public Sans" pitchFamily="2" charset="0"/>
                <a:ea typeface="+mn-ea"/>
                <a:cs typeface="+mn-cs"/>
              </a:defRPr>
            </a:lvl2pPr>
            <a:lvl3pPr marL="685783" indent="0" algn="ctr" defTabSz="685783" rtl="0" eaLnBrk="1" latinLnBrk="0" hangingPunct="1">
              <a:lnSpc>
                <a:spcPct val="101000"/>
              </a:lnSpc>
              <a:spcBef>
                <a:spcPts val="0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ublic Sans" pitchFamily="2" charset="0"/>
                <a:ea typeface="+mn-ea"/>
                <a:cs typeface="+mn-cs"/>
              </a:defRPr>
            </a:lvl3pPr>
            <a:lvl4pPr marL="1028675" indent="0" algn="ctr" defTabSz="685783" rtl="0" eaLnBrk="1" latinLnBrk="0" hangingPunct="1">
              <a:lnSpc>
                <a:spcPct val="101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indent="0" algn="ctr" defTabSz="685783" rtl="0" eaLnBrk="1" latinLnBrk="0" hangingPunct="1">
              <a:lnSpc>
                <a:spcPct val="101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1714457" indent="0" algn="ctr" defTabSz="685783" rtl="0" eaLnBrk="1" latinLnBrk="0" hangingPunct="1">
              <a:lnSpc>
                <a:spcPct val="101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i="1" kern="1200">
                <a:solidFill>
                  <a:schemeClr val="tx1"/>
                </a:solidFill>
                <a:latin typeface="Public Sans" pitchFamily="2" charset="0"/>
                <a:ea typeface="+mn-ea"/>
                <a:cs typeface="+mn-cs"/>
              </a:defRPr>
            </a:lvl6pPr>
            <a:lvl7pPr marL="2057348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00" dirty="0">
                <a:latin typeface="Enedis Light"/>
              </a:rPr>
              <a:t>06/11/2025</a:t>
            </a:r>
          </a:p>
        </p:txBody>
      </p:sp>
    </p:spTree>
    <p:extLst>
      <p:ext uri="{BB962C8B-B14F-4D97-AF65-F5344CB8AC3E}">
        <p14:creationId xmlns:p14="http://schemas.microsoft.com/office/powerpoint/2010/main" val="246620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D161401-F792-7E1F-9A11-32040D996EE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6B54B0F7-55DD-40D6-B7F4-70B586885C0B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5DEDBE6D-335D-9A92-4B68-EA5D8C99F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43" y="366268"/>
            <a:ext cx="8381655" cy="334515"/>
          </a:xfrm>
        </p:spPr>
        <p:txBody>
          <a:bodyPr/>
          <a:lstStyle/>
          <a:p>
            <a:r>
              <a:rPr lang="fr-FR" dirty="0"/>
              <a:t>Nouvel hébergeur des données Open data d’Enedis</a:t>
            </a: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77F57792-FE54-98B6-5CDA-B8D38DBFAC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70043" y="978724"/>
            <a:ext cx="8381655" cy="2128749"/>
          </a:xfrm>
        </p:spPr>
        <p:txBody>
          <a:bodyPr/>
          <a:lstStyle/>
          <a:p>
            <a:r>
              <a:rPr lang="fr-FR" sz="1800" dirty="0">
                <a:solidFill>
                  <a:schemeClr val="tx1"/>
                </a:solidFill>
                <a:effectLst/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D’ici la fin de l’année, </a:t>
            </a:r>
            <a:r>
              <a:rPr lang="fr-FR" sz="1800" dirty="0">
                <a:solidFill>
                  <a:schemeClr val="tx2"/>
                </a:solidFill>
                <a:effectLst/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Enedis va changer </a:t>
            </a:r>
            <a:r>
              <a:rPr lang="fr-FR" sz="1800" dirty="0">
                <a:solidFill>
                  <a:schemeClr val="tx2"/>
                </a:solidFill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l’hébergeur</a:t>
            </a:r>
            <a:r>
              <a:rPr lang="fr-FR" sz="1800" dirty="0">
                <a:solidFill>
                  <a:schemeClr val="tx2"/>
                </a:solidFill>
                <a:effectLst/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fr-FR" sz="1800" dirty="0">
                <a:solidFill>
                  <a:schemeClr val="tx1"/>
                </a:solidFill>
                <a:effectLst/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des données de </a:t>
            </a:r>
            <a:r>
              <a:rPr lang="fr-FR" sz="1800" dirty="0">
                <a:solidFill>
                  <a:srgbClr val="1423DC"/>
                </a:solidFill>
                <a:effectLst/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data.enedis.fr</a:t>
            </a:r>
          </a:p>
          <a:p>
            <a:endParaRPr lang="fr-FR" sz="1200" dirty="0">
              <a:solidFill>
                <a:srgbClr val="1423DC"/>
              </a:solidFill>
              <a:latin typeface="Aptos"/>
              <a:ea typeface="Aptos" panose="020B0004020202020204" pitchFamily="34" charset="0"/>
              <a:cs typeface="Aptos" panose="020B0004020202020204" pitchFamily="34" charset="0"/>
            </a:endParaRPr>
          </a:p>
          <a:p>
            <a:r>
              <a:rPr lang="fr-FR" sz="1800" dirty="0">
                <a:solidFill>
                  <a:schemeClr val="tx1"/>
                </a:solidFill>
                <a:latin typeface="Aptos"/>
              </a:rPr>
              <a:t>Cela va entraîner des </a:t>
            </a:r>
            <a:r>
              <a:rPr lang="fr-FR" sz="1800" dirty="0">
                <a:solidFill>
                  <a:schemeClr val="tx2"/>
                </a:solidFill>
                <a:latin typeface="Aptos"/>
              </a:rPr>
              <a:t>changements</a:t>
            </a:r>
            <a:r>
              <a:rPr lang="fr-FR" sz="1800" dirty="0">
                <a:solidFill>
                  <a:schemeClr val="tx1"/>
                </a:solidFill>
                <a:latin typeface="Aptos"/>
              </a:rPr>
              <a:t> pour les utilisateurs de nos jeux de données. L'interface utilisateur pour visualiser les jeux de données va changer (fonctions de filtres et de tri notamment), </a:t>
            </a:r>
            <a:r>
              <a:rPr lang="fr-FR" sz="1800" dirty="0">
                <a:solidFill>
                  <a:schemeClr val="tx2"/>
                </a:solidFill>
                <a:latin typeface="Aptos"/>
              </a:rPr>
              <a:t>mais surtout, les API des jeux de données publiés en Open data vont évoluer. </a:t>
            </a:r>
            <a:endParaRPr lang="en-US" sz="1800" dirty="0">
              <a:solidFill>
                <a:schemeClr val="tx2"/>
              </a:solidFill>
              <a:latin typeface="Aptos"/>
            </a:endParaRPr>
          </a:p>
          <a:p>
            <a:endParaRPr lang="fr-FR" sz="1200" dirty="0">
              <a:solidFill>
                <a:schemeClr val="tx2"/>
              </a:solidFill>
              <a:latin typeface="Aptos"/>
            </a:endParaRPr>
          </a:p>
          <a:p>
            <a:r>
              <a:rPr lang="fr-FR" sz="1800" dirty="0">
                <a:solidFill>
                  <a:schemeClr val="tx1"/>
                </a:solidFill>
                <a:latin typeface="Aptos"/>
              </a:rPr>
              <a:t>Ces API </a:t>
            </a:r>
            <a:r>
              <a:rPr lang="fr-FR" sz="1800" dirty="0">
                <a:solidFill>
                  <a:srgbClr val="1423DC"/>
                </a:solidFill>
                <a:latin typeface="Aptos"/>
              </a:rPr>
              <a:t>restent accessibles </a:t>
            </a:r>
            <a:r>
              <a:rPr lang="fr-FR" sz="1800" dirty="0">
                <a:solidFill>
                  <a:schemeClr val="tx1"/>
                </a:solidFill>
                <a:latin typeface="Aptos"/>
              </a:rPr>
              <a:t>en libre accès sans authentification.</a:t>
            </a:r>
          </a:p>
          <a:p>
            <a:endParaRPr lang="fr-FR" sz="1400" dirty="0">
              <a:solidFill>
                <a:schemeClr val="tx1"/>
              </a:solidFill>
              <a:latin typeface="Aptos"/>
            </a:endParaRPr>
          </a:p>
          <a:p>
            <a:endParaRPr lang="fr-FR" dirty="0">
              <a:solidFill>
                <a:schemeClr val="tx1"/>
              </a:solidFill>
            </a:endParaRPr>
          </a:p>
          <a:p>
            <a:endParaRPr lang="fr-FR" sz="1800" dirty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ACA886-4D6F-A38B-E8F5-43BBEE63C365}"/>
              </a:ext>
            </a:extLst>
          </p:cNvPr>
          <p:cNvSpPr/>
          <p:nvPr/>
        </p:nvSpPr>
        <p:spPr>
          <a:xfrm>
            <a:off x="2108200" y="3284009"/>
            <a:ext cx="5053671" cy="14932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3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600" dirty="0">
                <a:solidFill>
                  <a:schemeClr val="tx1"/>
                </a:solidFill>
                <a:latin typeface="Aptos"/>
              </a:rPr>
              <a:t>Cela </a:t>
            </a:r>
            <a:r>
              <a:rPr lang="fr-FR" sz="1600" b="1" u="sng" dirty="0">
                <a:solidFill>
                  <a:schemeClr val="tx1"/>
                </a:solidFill>
                <a:latin typeface="Aptos"/>
              </a:rPr>
              <a:t>ne concerne pas </a:t>
            </a:r>
            <a:r>
              <a:rPr lang="fr-FR" sz="1600" dirty="0">
                <a:solidFill>
                  <a:schemeClr val="tx1"/>
                </a:solidFill>
                <a:latin typeface="Aptos"/>
              </a:rPr>
              <a:t>les autres services de données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/>
                </a:solidFill>
                <a:latin typeface="Aptos"/>
              </a:rPr>
              <a:t>Data </a:t>
            </a:r>
            <a:r>
              <a:rPr lang="fr-FR" sz="1600" dirty="0" err="1">
                <a:solidFill>
                  <a:schemeClr val="tx1"/>
                </a:solidFill>
                <a:latin typeface="Aptos"/>
              </a:rPr>
              <a:t>Connect</a:t>
            </a:r>
            <a:r>
              <a:rPr lang="fr-FR" sz="1600" dirty="0">
                <a:solidFill>
                  <a:schemeClr val="tx1"/>
                </a:solidFill>
                <a:latin typeface="Aptos"/>
              </a:rPr>
              <a:t> (API Linky)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/>
                </a:solidFill>
                <a:latin typeface="Aptos"/>
              </a:rPr>
              <a:t>SGE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err="1">
                <a:solidFill>
                  <a:schemeClr val="tx1"/>
                </a:solidFill>
                <a:latin typeface="Aptos"/>
              </a:rPr>
              <a:t>Dataconsoelec</a:t>
            </a:r>
            <a:endParaRPr lang="fr-FR" sz="1600" dirty="0">
              <a:solidFill>
                <a:schemeClr val="tx1"/>
              </a:solidFill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/>
                </a:solidFill>
                <a:latin typeface="Aptos"/>
              </a:rPr>
              <a:t>Données aval compteur</a:t>
            </a:r>
          </a:p>
        </p:txBody>
      </p:sp>
      <p:pic>
        <p:nvPicPr>
          <p:cNvPr id="3" name="Graphic 14" descr="Informations avec un remplissage uni">
            <a:extLst>
              <a:ext uri="{FF2B5EF4-FFF2-40B4-BE49-F238E27FC236}">
                <a16:creationId xmlns:a16="http://schemas.microsoft.com/office/drawing/2014/main" id="{E06E3A54-F17C-089B-7AED-07DD176D4D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3943" y="357342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592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8DF78B5-33B8-FAE7-C185-2B13F3E3A15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6B54B0F7-55DD-40D6-B7F4-70B586885C0B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9A1B9144-3F49-5E2C-37AC-CE9A4C8CB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43" y="366268"/>
            <a:ext cx="8381655" cy="334515"/>
          </a:xfrm>
        </p:spPr>
        <p:txBody>
          <a:bodyPr/>
          <a:lstStyle/>
          <a:p>
            <a:r>
              <a:rPr lang="fr-FR" dirty="0"/>
              <a:t>Seules les pages du catalogue des données évoluent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9778B9-336A-E41C-068E-A50E7894F66E}"/>
              </a:ext>
            </a:extLst>
          </p:cNvPr>
          <p:cNvSpPr txBox="1"/>
          <p:nvPr/>
        </p:nvSpPr>
        <p:spPr>
          <a:xfrm>
            <a:off x="700667" y="794091"/>
            <a:ext cx="3873188" cy="46166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data.enedis.fr/</a:t>
            </a:r>
            <a:r>
              <a:rPr lang="fr-FR" sz="1200" dirty="0">
                <a:solidFill>
                  <a:srgbClr val="0070C0"/>
                </a:solidFill>
              </a:rPr>
              <a:t>pages</a:t>
            </a:r>
            <a:r>
              <a:rPr lang="fr-FR" sz="1200" dirty="0"/>
              <a:t>/coefficients-de-profils-dynamiques-jplus1-contenu/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44AA3BE-3AE3-102D-681C-61A6F6BD184B}"/>
              </a:ext>
            </a:extLst>
          </p:cNvPr>
          <p:cNvSpPr txBox="1"/>
          <p:nvPr/>
        </p:nvSpPr>
        <p:spPr>
          <a:xfrm>
            <a:off x="4907121" y="794091"/>
            <a:ext cx="3570345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data.enedis.fr/</a:t>
            </a:r>
            <a:r>
              <a:rPr lang="fr-FR" sz="1200" dirty="0">
                <a:solidFill>
                  <a:srgbClr val="FF0000"/>
                </a:solidFill>
              </a:rPr>
              <a:t>explore</a:t>
            </a:r>
            <a:r>
              <a:rPr lang="fr-FR" sz="1200" dirty="0"/>
              <a:t>/dataset/coefficients-de-profils-dynamiques-anticipes-en-j1/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1C7B930A-B5B7-1D41-81C8-D362B9D271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35" b="-519"/>
          <a:stretch/>
        </p:blipFill>
        <p:spPr>
          <a:xfrm>
            <a:off x="4907121" y="1308436"/>
            <a:ext cx="3570345" cy="256984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D04DCFB2-84F7-66D6-10EC-7CADD8C7E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67" y="1308436"/>
            <a:ext cx="3873187" cy="256984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E639207-D799-6342-8680-2E0756018D73}"/>
              </a:ext>
            </a:extLst>
          </p:cNvPr>
          <p:cNvSpPr/>
          <p:nvPr/>
        </p:nvSpPr>
        <p:spPr>
          <a:xfrm>
            <a:off x="2127714" y="4003908"/>
            <a:ext cx="5491691" cy="8951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3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0"/>
            <a:r>
              <a:rPr lang="en-US" sz="1600" baseline="0" dirty="0">
                <a:solidFill>
                  <a:schemeClr val="tx1"/>
                </a:solidFill>
                <a:latin typeface="Aptos" panose="020B0004020202020204" pitchFamily="34" charset="0"/>
                <a:ea typeface="Segoe UI"/>
                <a:cs typeface="Segoe UI"/>
              </a:rPr>
              <a:t>Si </a:t>
            </a:r>
            <a:r>
              <a:rPr lang="en-US" sz="1600" baseline="0" dirty="0" err="1">
                <a:solidFill>
                  <a:schemeClr val="tx1"/>
                </a:solidFill>
                <a:latin typeface="Aptos" panose="020B0004020202020204" pitchFamily="34" charset="0"/>
                <a:ea typeface="Segoe UI"/>
                <a:cs typeface="Segoe UI"/>
              </a:rPr>
              <a:t>l'url</a:t>
            </a:r>
            <a:r>
              <a:rPr lang="en-US" sz="1600" baseline="0" dirty="0">
                <a:solidFill>
                  <a:schemeClr val="tx1"/>
                </a:solidFill>
                <a:latin typeface="Aptos" panose="020B0004020202020204" pitchFamily="34" charset="0"/>
                <a:ea typeface="Segoe UI"/>
                <a:cs typeface="Segoe UI"/>
              </a:rPr>
              <a:t> du </a:t>
            </a:r>
            <a:r>
              <a:rPr lang="en-US" sz="1600" baseline="0" dirty="0" err="1">
                <a:solidFill>
                  <a:schemeClr val="tx1"/>
                </a:solidFill>
                <a:latin typeface="Aptos" panose="020B0004020202020204" pitchFamily="34" charset="0"/>
                <a:ea typeface="Segoe UI"/>
                <a:cs typeface="Segoe UI"/>
              </a:rPr>
              <a:t>contenu</a:t>
            </a:r>
            <a:r>
              <a:rPr lang="en-US" sz="1600" baseline="0" dirty="0">
                <a:solidFill>
                  <a:schemeClr val="tx1"/>
                </a:solidFill>
                <a:latin typeface="Aptos" panose="020B0004020202020204" pitchFamily="34" charset="0"/>
                <a:ea typeface="Segoe UI"/>
                <a:cs typeface="Segoe UI"/>
              </a:rPr>
              <a:t> commence par :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  <a:ea typeface="Segoe UI"/>
                <a:cs typeface="Segoe UI"/>
              </a:rPr>
              <a:t>​</a:t>
            </a:r>
            <a:endParaRPr lang="en-US" sz="16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US" sz="1600" baseline="0" dirty="0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</a:rPr>
              <a:t>data.enedis.fr/</a:t>
            </a:r>
            <a:r>
              <a:rPr lang="en-US" sz="1600" baseline="0" dirty="0">
                <a:solidFill>
                  <a:srgbClr val="2382D2"/>
                </a:solidFill>
                <a:latin typeface="Aptos" panose="020B0004020202020204" pitchFamily="34" charset="0"/>
                <a:ea typeface="Arial"/>
                <a:cs typeface="Arial"/>
              </a:rPr>
              <a:t>pages</a:t>
            </a:r>
            <a:r>
              <a:rPr lang="en-US" sz="1600" baseline="0" dirty="0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</a:rPr>
              <a:t>, il </a:t>
            </a:r>
            <a:r>
              <a:rPr lang="en-US" sz="1600" baseline="0" dirty="0" err="1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</a:rPr>
              <a:t>n'y</a:t>
            </a:r>
            <a:r>
              <a:rPr lang="en-US" sz="1600" baseline="0" dirty="0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</a:rPr>
              <a:t> a pas de </a:t>
            </a:r>
            <a:r>
              <a:rPr lang="en-US" sz="1600" baseline="0" dirty="0" err="1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</a:rPr>
              <a:t>changements</a:t>
            </a:r>
            <a:r>
              <a:rPr lang="en-US" sz="1600" baseline="0" dirty="0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</a:rPr>
              <a:t>.</a:t>
            </a:r>
            <a:r>
              <a:rPr lang="en-US" sz="1600" dirty="0">
                <a:latin typeface="Aptos" panose="020B0004020202020204" pitchFamily="34" charset="0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Arial" panose="020B0604020202020204" pitchFamily="34" charset="0"/>
              <a:buChar char="•"/>
            </a:pPr>
            <a:r>
              <a:rPr lang="en-US" sz="1600" baseline="0" dirty="0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</a:rPr>
              <a:t>data.enedis.fr/</a:t>
            </a:r>
            <a:r>
              <a:rPr lang="en-US" sz="1600" baseline="0" dirty="0">
                <a:solidFill>
                  <a:srgbClr val="FF0000"/>
                </a:solidFill>
                <a:latin typeface="Aptos" panose="020B0004020202020204" pitchFamily="34" charset="0"/>
                <a:ea typeface="Arial"/>
                <a:cs typeface="Arial"/>
              </a:rPr>
              <a:t>explore</a:t>
            </a:r>
            <a:r>
              <a:rPr lang="en-US" sz="1600" baseline="0" dirty="0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</a:rPr>
              <a:t>, il y a des </a:t>
            </a:r>
            <a:r>
              <a:rPr lang="en-US" sz="1600" baseline="0" dirty="0" err="1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</a:rPr>
              <a:t>changements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</a:rPr>
              <a:t>.</a:t>
            </a:r>
          </a:p>
        </p:txBody>
      </p:sp>
      <p:pic>
        <p:nvPicPr>
          <p:cNvPr id="15" name="Graphic 14" descr="Informations avec un remplissage uni">
            <a:extLst>
              <a:ext uri="{FF2B5EF4-FFF2-40B4-BE49-F238E27FC236}">
                <a16:creationId xmlns:a16="http://schemas.microsoft.com/office/drawing/2014/main" id="{20EDF350-FF12-6369-8110-2D614FA9BC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3175" y="3994266"/>
            <a:ext cx="914400" cy="914400"/>
          </a:xfrm>
          <a:prstGeom prst="rect">
            <a:avLst/>
          </a:prstGeom>
        </p:spPr>
      </p:pic>
      <p:pic>
        <p:nvPicPr>
          <p:cNvPr id="7" name="Graphique 6" descr="Avertissement contour">
            <a:extLst>
              <a:ext uri="{FF2B5EF4-FFF2-40B4-BE49-F238E27FC236}">
                <a16:creationId xmlns:a16="http://schemas.microsoft.com/office/drawing/2014/main" id="{1FA9EF46-923B-4253-8F6C-0DDEB1D840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87636" y="1024923"/>
            <a:ext cx="221673" cy="22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526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8DF78B5-33B8-FAE7-C185-2B13F3E3A15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6B54B0F7-55DD-40D6-B7F4-70B586885C0B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9A1B9144-3F49-5E2C-37AC-CE9A4C8CB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43" y="366268"/>
            <a:ext cx="8381655" cy="334515"/>
          </a:xfrm>
        </p:spPr>
        <p:txBody>
          <a:bodyPr/>
          <a:lstStyle/>
          <a:p>
            <a:r>
              <a:rPr lang="fr-FR" dirty="0"/>
              <a:t>Catalogue des jeux de données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9778B9-336A-E41C-068E-A50E7894F66E}"/>
              </a:ext>
            </a:extLst>
          </p:cNvPr>
          <p:cNvSpPr txBox="1"/>
          <p:nvPr/>
        </p:nvSpPr>
        <p:spPr>
          <a:xfrm>
            <a:off x="365186" y="794091"/>
            <a:ext cx="3692827" cy="4308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sz="1100" dirty="0"/>
              <a:t>data.</a:t>
            </a:r>
            <a:r>
              <a:rPr lang="fr-FR" sz="1100" dirty="0">
                <a:solidFill>
                  <a:schemeClr val="tx2"/>
                </a:solidFill>
              </a:rPr>
              <a:t>enedis.fr</a:t>
            </a:r>
            <a:r>
              <a:rPr lang="fr-FR" sz="1100" dirty="0"/>
              <a:t>/explore/</a:t>
            </a:r>
            <a:r>
              <a:rPr lang="fr-FR" sz="1100" dirty="0" err="1"/>
              <a:t>dataset</a:t>
            </a:r>
            <a:r>
              <a:rPr lang="fr-FR" sz="1100" dirty="0"/>
              <a:t>/</a:t>
            </a:r>
            <a:br>
              <a:rPr lang="fr-FR" sz="1100" dirty="0"/>
            </a:br>
            <a:r>
              <a:rPr lang="fr-FR" sz="1100" dirty="0">
                <a:solidFill>
                  <a:schemeClr val="bg2"/>
                </a:solidFill>
              </a:rPr>
              <a:t>coefficients-de-profils-dynamiques-anticipes-en-j1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44AA3BE-3AE3-102D-681C-61A6F6BD184B}"/>
              </a:ext>
            </a:extLst>
          </p:cNvPr>
          <p:cNvSpPr txBox="1"/>
          <p:nvPr/>
        </p:nvSpPr>
        <p:spPr>
          <a:xfrm>
            <a:off x="4534157" y="794091"/>
            <a:ext cx="3943309" cy="43088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sz="1100" dirty="0"/>
              <a:t>opendata.</a:t>
            </a:r>
            <a:r>
              <a:rPr lang="fr-FR" sz="1100" dirty="0">
                <a:solidFill>
                  <a:schemeClr val="tx2"/>
                </a:solidFill>
              </a:rPr>
              <a:t>enedis.fr</a:t>
            </a:r>
            <a:r>
              <a:rPr lang="fr-FR" sz="1100" dirty="0"/>
              <a:t>/</a:t>
            </a:r>
            <a:r>
              <a:rPr lang="fr-FR" sz="1100" dirty="0" err="1"/>
              <a:t>datasets</a:t>
            </a:r>
            <a:r>
              <a:rPr lang="fr-FR" sz="1100" dirty="0"/>
              <a:t>/</a:t>
            </a:r>
            <a:br>
              <a:rPr lang="fr-FR" sz="1100" dirty="0"/>
            </a:br>
            <a:r>
              <a:rPr lang="fr-FR" sz="1100" dirty="0">
                <a:solidFill>
                  <a:schemeClr val="bg2"/>
                </a:solidFill>
              </a:rPr>
              <a:t>coefficients-de-profils-dynamiques-anticipes-en-j1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65856D0-B04B-C1BE-5CAC-4715B08B3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4157" y="1318286"/>
            <a:ext cx="3968936" cy="3155373"/>
          </a:xfrm>
          <a:prstGeom prst="rect">
            <a:avLst/>
          </a:prstGeom>
          <a:ln>
            <a:solidFill>
              <a:srgbClr val="00B050"/>
            </a:solidFill>
          </a:ln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C393C043-C795-D4D5-FCC6-74EF7E41D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86" y="1318286"/>
            <a:ext cx="3692827" cy="3155373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6F0B4917-9E32-F01F-1100-B3F6572FC0EC}"/>
              </a:ext>
            </a:extLst>
          </p:cNvPr>
          <p:cNvSpPr/>
          <p:nvPr/>
        </p:nvSpPr>
        <p:spPr>
          <a:xfrm>
            <a:off x="3768435" y="3498272"/>
            <a:ext cx="1262037" cy="430887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31813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D161401-F792-7E1F-9A11-32040D996EE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6B54B0F7-55DD-40D6-B7F4-70B586885C0B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5DEDBE6D-335D-9A92-4B68-EA5D8C99F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43" y="366268"/>
            <a:ext cx="8381655" cy="334515"/>
          </a:xfrm>
        </p:spPr>
        <p:txBody>
          <a:bodyPr/>
          <a:lstStyle/>
          <a:p>
            <a:r>
              <a:rPr lang="fr-FR" dirty="0"/>
              <a:t>Conséquence pour les utilisateurs : les API évoluent</a:t>
            </a: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77F57792-FE54-98B6-5CDA-B8D38DBFAC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70043" y="948465"/>
            <a:ext cx="8381655" cy="3524367"/>
          </a:xfrm>
        </p:spPr>
        <p:txBody>
          <a:bodyPr/>
          <a:lstStyle/>
          <a:p>
            <a:pPr algn="just"/>
            <a:r>
              <a:rPr lang="fr-FR" sz="1600" dirty="0">
                <a:solidFill>
                  <a:schemeClr val="tx1"/>
                </a:solidFill>
                <a:effectLst/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Les utilisateurs et développeurs </a:t>
            </a:r>
            <a:r>
              <a:rPr lang="fr-FR" sz="1600" dirty="0">
                <a:solidFill>
                  <a:schemeClr val="tx2"/>
                </a:solidFill>
                <a:effectLst/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devront </a:t>
            </a:r>
            <a:r>
              <a:rPr lang="fr-FR" sz="1600" dirty="0">
                <a:solidFill>
                  <a:schemeClr val="tx2"/>
                </a:solidFill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adapter </a:t>
            </a:r>
            <a:r>
              <a:rPr lang="fr-FR" sz="1600" dirty="0">
                <a:solidFill>
                  <a:schemeClr val="tx2"/>
                </a:solidFill>
                <a:effectLst/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leurs applications </a:t>
            </a:r>
            <a:r>
              <a:rPr lang="fr-FR" sz="1600" dirty="0">
                <a:solidFill>
                  <a:schemeClr val="tx2"/>
                </a:solidFill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aux </a:t>
            </a:r>
            <a:r>
              <a:rPr lang="fr-FR" sz="1600" dirty="0">
                <a:solidFill>
                  <a:schemeClr val="tx2"/>
                </a:solidFill>
                <a:effectLst/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API </a:t>
            </a:r>
            <a:r>
              <a:rPr lang="fr-FR" sz="1600" dirty="0">
                <a:solidFill>
                  <a:schemeClr val="tx1"/>
                </a:solidFill>
                <a:effectLst/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de </a:t>
            </a:r>
            <a:r>
              <a:rPr lang="fr-FR" sz="1600" dirty="0">
                <a:solidFill>
                  <a:schemeClr val="tx1"/>
                </a:solidFill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la nouvelle plateforme Open Data </a:t>
            </a:r>
            <a:r>
              <a:rPr lang="fr-FR" sz="1600" dirty="0">
                <a:solidFill>
                  <a:schemeClr val="tx1"/>
                </a:solidFill>
                <a:effectLst/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d’Enedis</a:t>
            </a:r>
            <a:r>
              <a:rPr lang="fr-FR" sz="1600" dirty="0">
                <a:solidFill>
                  <a:schemeClr val="tx1"/>
                </a:solidFill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 afin d’assurer leur bon fonctionnement </a:t>
            </a:r>
            <a:r>
              <a:rPr lang="fr-FR" sz="1600" dirty="0">
                <a:solidFill>
                  <a:schemeClr val="tx1"/>
                </a:solidFill>
                <a:effectLst/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après la fermeture de </a:t>
            </a:r>
            <a:r>
              <a:rPr lang="fr-FR" sz="1600" dirty="0">
                <a:solidFill>
                  <a:schemeClr val="tx1"/>
                </a:solidFill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l’actuelle.</a:t>
            </a:r>
            <a:endParaRPr lang="en-US" sz="1600" dirty="0">
              <a:solidFill>
                <a:schemeClr val="tx1"/>
              </a:solidFill>
            </a:endParaRPr>
          </a:p>
          <a:p>
            <a:pPr algn="just"/>
            <a:endParaRPr lang="fr-FR" sz="1600" b="1" dirty="0">
              <a:solidFill>
                <a:schemeClr val="tx1"/>
              </a:solidFill>
              <a:latin typeface="Aptos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algn="just"/>
            <a:r>
              <a:rPr lang="fr-FR" sz="1600" dirty="0">
                <a:solidFill>
                  <a:schemeClr val="tx1"/>
                </a:solidFill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Même si les sources resteront identiques, </a:t>
            </a:r>
            <a:r>
              <a:rPr lang="fr-FR" sz="1600" dirty="0">
                <a:solidFill>
                  <a:schemeClr val="tx2"/>
                </a:solidFill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certains éléments techniques pourront évoluer</a:t>
            </a:r>
            <a:r>
              <a:rPr lang="fr-FR" sz="1600" dirty="0">
                <a:solidFill>
                  <a:schemeClr val="tx1"/>
                </a:solidFill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 :</a:t>
            </a:r>
            <a:endParaRPr lang="fr-FR" sz="1600" dirty="0">
              <a:solidFill>
                <a:schemeClr val="tx1"/>
              </a:solidFill>
            </a:endParaRPr>
          </a:p>
          <a:p>
            <a:pPr algn="just"/>
            <a:r>
              <a:rPr lang="fr-FR" sz="1600" dirty="0">
                <a:solidFill>
                  <a:srgbClr val="1423DC"/>
                </a:solidFill>
                <a:latin typeface="Arial"/>
                <a:ea typeface="Aptos" panose="020B0004020202020204" pitchFamily="34" charset="0"/>
                <a:cs typeface="Arial"/>
              </a:rPr>
              <a:t>• </a:t>
            </a:r>
            <a:r>
              <a:rPr lang="fr-FR" sz="1600" dirty="0">
                <a:solidFill>
                  <a:schemeClr val="tx1"/>
                </a:solidFill>
                <a:effectLst/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la </a:t>
            </a:r>
            <a:r>
              <a:rPr lang="fr-FR" sz="1600" dirty="0">
                <a:solidFill>
                  <a:schemeClr val="tx1"/>
                </a:solidFill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structure des données pourra différer,</a:t>
            </a:r>
            <a:endParaRPr lang="fr-FR" sz="1600" dirty="0">
              <a:solidFill>
                <a:schemeClr val="tx1"/>
              </a:solidFill>
            </a:endParaRPr>
          </a:p>
          <a:p>
            <a:pPr algn="just"/>
            <a:r>
              <a:rPr lang="fr-FR" sz="1600" dirty="0">
                <a:solidFill>
                  <a:srgbClr val="1423DC"/>
                </a:solidFill>
                <a:latin typeface="Arial"/>
                <a:ea typeface="Aptos" panose="020B0004020202020204" pitchFamily="34" charset="0"/>
                <a:cs typeface="Arial"/>
              </a:rPr>
              <a:t>• </a:t>
            </a:r>
            <a:r>
              <a:rPr lang="fr-FR" sz="1600" dirty="0">
                <a:solidFill>
                  <a:schemeClr val="tx1"/>
                </a:solidFill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l’URL d’accès aux API changera,</a:t>
            </a:r>
            <a:endParaRPr lang="fr-FR" sz="1600" dirty="0">
              <a:solidFill>
                <a:schemeClr val="tx1"/>
              </a:solidFill>
            </a:endParaRPr>
          </a:p>
          <a:p>
            <a:pPr algn="just"/>
            <a:r>
              <a:rPr lang="fr-FR" sz="1600" dirty="0">
                <a:solidFill>
                  <a:srgbClr val="1423DC"/>
                </a:solidFill>
                <a:latin typeface="Arial"/>
                <a:ea typeface="Aptos" panose="020B0004020202020204" pitchFamily="34" charset="0"/>
                <a:cs typeface="Arial"/>
              </a:rPr>
              <a:t>• </a:t>
            </a:r>
            <a:r>
              <a:rPr lang="fr-FR" sz="1600" dirty="0">
                <a:solidFill>
                  <a:schemeClr val="tx1"/>
                </a:solidFill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le format des réponses sera modifié.</a:t>
            </a:r>
            <a:endParaRPr lang="fr-FR" sz="1600" dirty="0">
              <a:solidFill>
                <a:schemeClr val="tx1"/>
              </a:solidFill>
            </a:endParaRPr>
          </a:p>
          <a:p>
            <a:pPr algn="just"/>
            <a:endParaRPr lang="fr-FR" sz="1600" dirty="0">
              <a:solidFill>
                <a:schemeClr val="tx1"/>
              </a:solidFill>
              <a:latin typeface="Aptos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algn="just"/>
            <a:r>
              <a:rPr lang="fr-FR" sz="1600" dirty="0">
                <a:solidFill>
                  <a:schemeClr val="tx2"/>
                </a:solidFill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La nouvelle </a:t>
            </a:r>
            <a:r>
              <a:rPr lang="fr-FR" sz="1600" dirty="0">
                <a:solidFill>
                  <a:schemeClr val="tx2"/>
                </a:solidFill>
                <a:effectLst/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plateforme </a:t>
            </a:r>
            <a:r>
              <a:rPr lang="fr-FR" sz="1600" dirty="0">
                <a:solidFill>
                  <a:schemeClr val="tx2"/>
                </a:solidFill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est d’ores et déjà accessible </a:t>
            </a:r>
            <a:r>
              <a:rPr lang="fr-FR" sz="1600" dirty="0">
                <a:solidFill>
                  <a:schemeClr val="tx1"/>
                </a:solidFill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en parallèle de l’actuelle</a:t>
            </a:r>
            <a:r>
              <a:rPr lang="fr-FR" sz="1600" dirty="0">
                <a:solidFill>
                  <a:schemeClr val="tx1"/>
                </a:solidFill>
                <a:effectLst/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, </a:t>
            </a:r>
            <a:r>
              <a:rPr lang="fr-FR" sz="1600" dirty="0">
                <a:solidFill>
                  <a:schemeClr val="tx1"/>
                </a:solidFill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avec une copie des jeux de données d’Enedis. </a:t>
            </a:r>
          </a:p>
          <a:p>
            <a:pPr algn="just"/>
            <a:r>
              <a:rPr lang="fr-FR" sz="1600" dirty="0">
                <a:solidFill>
                  <a:schemeClr val="tx1"/>
                </a:solidFill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Vous pouvez les consulter à l’adresse suivante : </a:t>
            </a:r>
            <a:r>
              <a:rPr lang="fr-FR" sz="1600" dirty="0">
                <a:solidFill>
                  <a:srgbClr val="FF0000"/>
                </a:solidFill>
                <a:latin typeface="Aptos"/>
                <a:ea typeface="Aptos" panose="020B0004020202020204" pitchFamily="34" charset="0"/>
                <a:cs typeface="Aptos" panose="020B0004020202020204" pitchFamily="34" charset="0"/>
                <a:hlinkClick r:id="rId2"/>
              </a:rPr>
              <a:t>https://opendata.enedis.fr</a:t>
            </a:r>
            <a:r>
              <a:rPr lang="fr-FR" sz="1600" dirty="0">
                <a:solidFill>
                  <a:schemeClr val="tx1"/>
                </a:solidFill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 afin de préparer </a:t>
            </a:r>
            <a:r>
              <a:rPr lang="fr-FR" sz="1600" dirty="0">
                <a:solidFill>
                  <a:schemeClr val="tx1"/>
                </a:solidFill>
                <a:effectLst/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les </a:t>
            </a:r>
            <a:r>
              <a:rPr lang="fr-FR" sz="1600" dirty="0">
                <a:solidFill>
                  <a:srgbClr val="000000"/>
                </a:solidFill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ajustements nécessaires pour continuer </a:t>
            </a:r>
            <a:r>
              <a:rPr lang="fr-FR" sz="1600" dirty="0">
                <a:solidFill>
                  <a:schemeClr val="tx1"/>
                </a:solidFill>
                <a:effectLst/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à </a:t>
            </a:r>
            <a:r>
              <a:rPr lang="fr-FR" sz="1600" dirty="0">
                <a:solidFill>
                  <a:schemeClr val="tx1"/>
                </a:solidFill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utiliser les services API.</a:t>
            </a:r>
            <a:endParaRPr lang="fr-FR" sz="1600" dirty="0">
              <a:solidFill>
                <a:schemeClr val="tx1"/>
              </a:solidFill>
            </a:endParaRPr>
          </a:p>
          <a:p>
            <a:endParaRPr lang="fr-FR" sz="1500" dirty="0">
              <a:solidFill>
                <a:schemeClr val="tx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endParaRPr lang="fr-FR" sz="1500" dirty="0">
              <a:solidFill>
                <a:schemeClr val="tx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7754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8F94D0-DD50-859A-0802-1BFC9EB7DE97}"/>
              </a:ext>
            </a:extLst>
          </p:cNvPr>
          <p:cNvSpPr/>
          <p:nvPr/>
        </p:nvSpPr>
        <p:spPr>
          <a:xfrm>
            <a:off x="664807" y="2025138"/>
            <a:ext cx="2323322" cy="1189239"/>
          </a:xfrm>
          <a:prstGeom prst="rect">
            <a:avLst/>
          </a:prstGeom>
          <a:solidFill>
            <a:srgbClr val="EBF2FB"/>
          </a:solidFill>
          <a:ln>
            <a:solidFill>
              <a:srgbClr val="DCDD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50" dirty="0">
                <a:solidFill>
                  <a:srgbClr val="1423DC"/>
                </a:solidFill>
              </a:rPr>
              <a:t>Plateforme actuelle data.enedis.fr</a:t>
            </a:r>
          </a:p>
          <a:p>
            <a:pPr algn="ctr"/>
            <a:endParaRPr lang="fr-FR" sz="1350" dirty="0">
              <a:solidFill>
                <a:srgbClr val="1423DC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4AE95F-11B6-5D84-BF4F-08980393760B}"/>
              </a:ext>
            </a:extLst>
          </p:cNvPr>
          <p:cNvSpPr/>
          <p:nvPr/>
        </p:nvSpPr>
        <p:spPr>
          <a:xfrm>
            <a:off x="5894615" y="2025138"/>
            <a:ext cx="2323322" cy="1189239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50" dirty="0">
                <a:solidFill>
                  <a:schemeClr val="bg1"/>
                </a:solidFill>
              </a:rPr>
              <a:t>Future plateforme opendata.enedis.fr</a:t>
            </a:r>
          </a:p>
          <a:p>
            <a:pPr algn="ctr"/>
            <a:endParaRPr lang="fr-FR" sz="1350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D226F9-4F3E-BA7B-4C65-358AF1158CB0}"/>
              </a:ext>
            </a:extLst>
          </p:cNvPr>
          <p:cNvSpPr/>
          <p:nvPr/>
        </p:nvSpPr>
        <p:spPr>
          <a:xfrm>
            <a:off x="1287624" y="2941457"/>
            <a:ext cx="1084684" cy="5073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50"/>
              <a:t>API </a:t>
            </a:r>
            <a:br>
              <a:rPr lang="fr-FR" sz="1350"/>
            </a:br>
            <a:r>
              <a:rPr lang="fr-FR" sz="1350"/>
              <a:t>version 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A8DD61-81C1-6773-35B9-DCBE8A1BDC88}"/>
              </a:ext>
            </a:extLst>
          </p:cNvPr>
          <p:cNvSpPr/>
          <p:nvPr/>
        </p:nvSpPr>
        <p:spPr>
          <a:xfrm>
            <a:off x="6513933" y="2960700"/>
            <a:ext cx="1084684" cy="50735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50"/>
              <a:t>API </a:t>
            </a:r>
            <a:br>
              <a:rPr lang="fr-FR" sz="1350"/>
            </a:br>
            <a:r>
              <a:rPr lang="fr-FR" sz="1350"/>
              <a:t>version F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23F124-5B65-9213-7B03-3FBC8B1F20FD}"/>
              </a:ext>
            </a:extLst>
          </p:cNvPr>
          <p:cNvSpPr/>
          <p:nvPr/>
        </p:nvSpPr>
        <p:spPr>
          <a:xfrm>
            <a:off x="3639083" y="3542759"/>
            <a:ext cx="1843573" cy="125263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50"/>
              <a:t>Applications qui utilisent l’API version A doivent migrer vers l’API version F</a:t>
            </a:r>
          </a:p>
        </p:txBody>
      </p:sp>
      <p:sp>
        <p:nvSpPr>
          <p:cNvPr id="3" name="Titre 4">
            <a:extLst>
              <a:ext uri="{FF2B5EF4-FFF2-40B4-BE49-F238E27FC236}">
                <a16:creationId xmlns:a16="http://schemas.microsoft.com/office/drawing/2014/main" id="{309F2F2A-CAD6-D6E8-38A6-03E9A34AB3AB}"/>
              </a:ext>
            </a:extLst>
          </p:cNvPr>
          <p:cNvSpPr txBox="1">
            <a:spLocks/>
          </p:cNvSpPr>
          <p:nvPr/>
        </p:nvSpPr>
        <p:spPr>
          <a:xfrm>
            <a:off x="370043" y="366268"/>
            <a:ext cx="8381655" cy="334515"/>
          </a:xfrm>
          <a:prstGeom prst="rect">
            <a:avLst/>
          </a:prstGeom>
        </p:spPr>
        <p:txBody>
          <a:bodyPr/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25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Depuis octobre 2025, les 2 plateformes coexistent</a:t>
            </a:r>
          </a:p>
        </p:txBody>
      </p:sp>
      <p:cxnSp>
        <p:nvCxnSpPr>
          <p:cNvPr id="13" name="Connecteur : en angle 12">
            <a:extLst>
              <a:ext uri="{FF2B5EF4-FFF2-40B4-BE49-F238E27FC236}">
                <a16:creationId xmlns:a16="http://schemas.microsoft.com/office/drawing/2014/main" id="{F62EA166-FF09-37C8-45AB-48A8F770887C}"/>
              </a:ext>
            </a:extLst>
          </p:cNvPr>
          <p:cNvCxnSpPr>
            <a:stCxn id="5" idx="2"/>
            <a:endCxn id="7" idx="1"/>
          </p:cNvCxnSpPr>
          <p:nvPr/>
        </p:nvCxnSpPr>
        <p:spPr>
          <a:xfrm rot="16200000" flipH="1">
            <a:off x="2374390" y="2904384"/>
            <a:ext cx="720268" cy="180911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eur : en angle 7">
            <a:extLst>
              <a:ext uri="{FF2B5EF4-FFF2-40B4-BE49-F238E27FC236}">
                <a16:creationId xmlns:a16="http://schemas.microsoft.com/office/drawing/2014/main" id="{32DDC8DF-289A-E28D-2427-046224777584}"/>
              </a:ext>
            </a:extLst>
          </p:cNvPr>
          <p:cNvCxnSpPr>
            <a:cxnSpLocks/>
            <a:stCxn id="6" idx="2"/>
            <a:endCxn id="7" idx="3"/>
          </p:cNvCxnSpPr>
          <p:nvPr/>
        </p:nvCxnSpPr>
        <p:spPr>
          <a:xfrm rot="5400000">
            <a:off x="5918954" y="3031755"/>
            <a:ext cx="701025" cy="1573619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Image 8">
            <a:extLst>
              <a:ext uri="{FF2B5EF4-FFF2-40B4-BE49-F238E27FC236}">
                <a16:creationId xmlns:a16="http://schemas.microsoft.com/office/drawing/2014/main" id="{F1468E2B-E8C0-E9BB-3573-6664241882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539" b="8519"/>
          <a:stretch/>
        </p:blipFill>
        <p:spPr>
          <a:xfrm>
            <a:off x="6612416" y="3893044"/>
            <a:ext cx="1605521" cy="902350"/>
          </a:xfrm>
          <a:prstGeom prst="rect">
            <a:avLst/>
          </a:prstGeom>
          <a:ln>
            <a:solidFill>
              <a:srgbClr val="92D050"/>
            </a:solidFill>
          </a:ln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83F192A3-83D4-59B5-F2BD-49DE512F0FE6}"/>
              </a:ext>
            </a:extLst>
          </p:cNvPr>
          <p:cNvSpPr txBox="1"/>
          <p:nvPr/>
        </p:nvSpPr>
        <p:spPr>
          <a:xfrm>
            <a:off x="370042" y="982388"/>
            <a:ext cx="8381655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fr-FR" sz="1400" dirty="0">
                <a:latin typeface="Aptos"/>
              </a:rPr>
              <a:t>La plateforme Future proposant des API version F (F = Future) ouvre; les utilisateurs et développeurs peuvent toujours accéder aux API version A, mais doivent migrer vers les API version F. Les 2 plateformes </a:t>
            </a:r>
            <a:r>
              <a:rPr lang="fr-FR" sz="1400" b="1" dirty="0">
                <a:latin typeface="Aptos"/>
              </a:rPr>
              <a:t>coexistent</a:t>
            </a:r>
            <a:r>
              <a:rPr lang="fr-FR" sz="1400" dirty="0">
                <a:latin typeface="Aptos"/>
              </a:rPr>
              <a:t> pour pouvoir confirmer que l’application qui utilise l’API version F affiche les mêmes données.</a:t>
            </a:r>
            <a:endParaRPr lang="en-US" sz="1400" dirty="0">
              <a:latin typeface="Aptos"/>
            </a:endParaRP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98FBD53A-85DD-3C74-1470-9682D05D8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43DA3-C199-4473-AC0C-B2D9B9FF7D1F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480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8F94D0-DD50-859A-0802-1BFC9EB7DE97}"/>
              </a:ext>
            </a:extLst>
          </p:cNvPr>
          <p:cNvSpPr/>
          <p:nvPr/>
        </p:nvSpPr>
        <p:spPr>
          <a:xfrm>
            <a:off x="664807" y="2086398"/>
            <a:ext cx="2323322" cy="1189239"/>
          </a:xfrm>
          <a:prstGeom prst="rect">
            <a:avLst/>
          </a:prstGeom>
          <a:solidFill>
            <a:srgbClr val="EBF2FB"/>
          </a:solidFill>
          <a:ln>
            <a:solidFill>
              <a:srgbClr val="DCDD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50" dirty="0">
                <a:solidFill>
                  <a:srgbClr val="1423DC"/>
                </a:solidFill>
              </a:rPr>
              <a:t>Plateforme actuelle </a:t>
            </a:r>
            <a:r>
              <a:rPr lang="fr-FR" sz="1350" dirty="0">
                <a:solidFill>
                  <a:srgbClr val="FF0000"/>
                </a:solidFill>
              </a:rPr>
              <a:t>enedis.opendatasoft.com</a:t>
            </a:r>
          </a:p>
          <a:p>
            <a:pPr algn="ctr"/>
            <a:r>
              <a:rPr lang="fr-FR" sz="1350" dirty="0">
                <a:solidFill>
                  <a:srgbClr val="1423DC"/>
                </a:solidFill>
              </a:rPr>
              <a:t>(jusqu’au </a:t>
            </a:r>
            <a:r>
              <a:rPr lang="fr-FR" sz="1350" dirty="0">
                <a:solidFill>
                  <a:srgbClr val="FF0000"/>
                </a:solidFill>
              </a:rPr>
              <a:t>31/12</a:t>
            </a:r>
            <a:r>
              <a:rPr lang="fr-FR" sz="1350" dirty="0">
                <a:solidFill>
                  <a:srgbClr val="1423DC"/>
                </a:solidFill>
              </a:rPr>
              <a:t>)</a:t>
            </a:r>
          </a:p>
          <a:p>
            <a:pPr algn="ctr"/>
            <a:endParaRPr lang="fr-FR" sz="1350" dirty="0">
              <a:solidFill>
                <a:srgbClr val="1423DC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4AE95F-11B6-5D84-BF4F-08980393760B}"/>
              </a:ext>
            </a:extLst>
          </p:cNvPr>
          <p:cNvSpPr/>
          <p:nvPr/>
        </p:nvSpPr>
        <p:spPr>
          <a:xfrm>
            <a:off x="5894615" y="2086398"/>
            <a:ext cx="2323322" cy="1189239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50" dirty="0">
                <a:solidFill>
                  <a:schemeClr val="bg1"/>
                </a:solidFill>
              </a:rPr>
              <a:t>Future plateforme opendata.enedis.fr</a:t>
            </a:r>
          </a:p>
          <a:p>
            <a:pPr algn="ctr"/>
            <a:endParaRPr lang="fr-FR" sz="1350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D226F9-4F3E-BA7B-4C65-358AF1158CB0}"/>
              </a:ext>
            </a:extLst>
          </p:cNvPr>
          <p:cNvSpPr/>
          <p:nvPr/>
        </p:nvSpPr>
        <p:spPr>
          <a:xfrm>
            <a:off x="1287624" y="3002717"/>
            <a:ext cx="1084684" cy="50735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50">
                <a:solidFill>
                  <a:schemeClr val="tx1"/>
                </a:solidFill>
              </a:rPr>
              <a:t>API </a:t>
            </a:r>
            <a:br>
              <a:rPr lang="fr-FR" sz="1350">
                <a:solidFill>
                  <a:schemeClr val="tx1"/>
                </a:solidFill>
              </a:rPr>
            </a:br>
            <a:r>
              <a:rPr lang="fr-FR" sz="1350">
                <a:solidFill>
                  <a:schemeClr val="tx1"/>
                </a:solidFill>
              </a:rPr>
              <a:t>version 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A8DD61-81C1-6773-35B9-DCBE8A1BDC88}"/>
              </a:ext>
            </a:extLst>
          </p:cNvPr>
          <p:cNvSpPr/>
          <p:nvPr/>
        </p:nvSpPr>
        <p:spPr>
          <a:xfrm>
            <a:off x="6513933" y="3021960"/>
            <a:ext cx="1084684" cy="50735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50"/>
              <a:t>API </a:t>
            </a:r>
            <a:br>
              <a:rPr lang="fr-FR" sz="1350"/>
            </a:br>
            <a:r>
              <a:rPr lang="fr-FR" sz="1350"/>
              <a:t>version F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23F124-5B65-9213-7B03-3FBC8B1F20FD}"/>
              </a:ext>
            </a:extLst>
          </p:cNvPr>
          <p:cNvSpPr/>
          <p:nvPr/>
        </p:nvSpPr>
        <p:spPr>
          <a:xfrm>
            <a:off x="3639083" y="3503639"/>
            <a:ext cx="1843573" cy="125263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50"/>
              <a:t>Applications utilisent les données de l’Open data d’Enedis grâce à l’API version F</a:t>
            </a:r>
          </a:p>
        </p:txBody>
      </p:sp>
      <p:sp>
        <p:nvSpPr>
          <p:cNvPr id="3" name="Titre 4">
            <a:extLst>
              <a:ext uri="{FF2B5EF4-FFF2-40B4-BE49-F238E27FC236}">
                <a16:creationId xmlns:a16="http://schemas.microsoft.com/office/drawing/2014/main" id="{309F2F2A-CAD6-D6E8-38A6-03E9A34AB3AB}"/>
              </a:ext>
            </a:extLst>
          </p:cNvPr>
          <p:cNvSpPr txBox="1">
            <a:spLocks/>
          </p:cNvSpPr>
          <p:nvPr/>
        </p:nvSpPr>
        <p:spPr>
          <a:xfrm>
            <a:off x="370043" y="366268"/>
            <a:ext cx="8381655" cy="334515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25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600" dirty="0"/>
              <a:t>À partir du 24 novembre, les API de l’ancienne plateforme ne seront plus visibles sur data.enedis.fr</a:t>
            </a:r>
          </a:p>
        </p:txBody>
      </p:sp>
      <p:cxnSp>
        <p:nvCxnSpPr>
          <p:cNvPr id="8" name="Connecteur : en angle 7">
            <a:extLst>
              <a:ext uri="{FF2B5EF4-FFF2-40B4-BE49-F238E27FC236}">
                <a16:creationId xmlns:a16="http://schemas.microsoft.com/office/drawing/2014/main" id="{BFB66224-E9F8-54A9-7DD4-8E30CC37C4EE}"/>
              </a:ext>
            </a:extLst>
          </p:cNvPr>
          <p:cNvCxnSpPr>
            <a:cxnSpLocks/>
            <a:stCxn id="6" idx="2"/>
            <a:endCxn id="7" idx="3"/>
          </p:cNvCxnSpPr>
          <p:nvPr/>
        </p:nvCxnSpPr>
        <p:spPr>
          <a:xfrm rot="5400000">
            <a:off x="5969144" y="3042825"/>
            <a:ext cx="600645" cy="1573619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Image 9">
            <a:extLst>
              <a:ext uri="{FF2B5EF4-FFF2-40B4-BE49-F238E27FC236}">
                <a16:creationId xmlns:a16="http://schemas.microsoft.com/office/drawing/2014/main" id="{9C714015-FE50-3568-A474-D1CB4FCECC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539" b="8519"/>
          <a:stretch/>
        </p:blipFill>
        <p:spPr>
          <a:xfrm>
            <a:off x="6612416" y="3853924"/>
            <a:ext cx="1605521" cy="902350"/>
          </a:xfrm>
          <a:prstGeom prst="rect">
            <a:avLst/>
          </a:prstGeom>
          <a:ln>
            <a:solidFill>
              <a:srgbClr val="92D050"/>
            </a:solidFill>
          </a:ln>
        </p:spPr>
      </p:pic>
      <p:cxnSp>
        <p:nvCxnSpPr>
          <p:cNvPr id="27" name="Connecteur : en angle 26">
            <a:extLst>
              <a:ext uri="{FF2B5EF4-FFF2-40B4-BE49-F238E27FC236}">
                <a16:creationId xmlns:a16="http://schemas.microsoft.com/office/drawing/2014/main" id="{D27CE289-CE54-CA3A-7F41-5B4EB6626FF6}"/>
              </a:ext>
            </a:extLst>
          </p:cNvPr>
          <p:cNvCxnSpPr>
            <a:cxnSpLocks/>
            <a:stCxn id="7" idx="1"/>
            <a:endCxn id="5" idx="2"/>
          </p:cNvCxnSpPr>
          <p:nvPr/>
        </p:nvCxnSpPr>
        <p:spPr>
          <a:xfrm rot="10800000">
            <a:off x="1829967" y="3510069"/>
            <a:ext cx="1809117" cy="619888"/>
          </a:xfrm>
          <a:prstGeom prst="bentConnector2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54B1A293-C5ED-EA6E-3C38-1D3FC31F5E08}"/>
              </a:ext>
            </a:extLst>
          </p:cNvPr>
          <p:cNvSpPr txBox="1"/>
          <p:nvPr/>
        </p:nvSpPr>
        <p:spPr>
          <a:xfrm>
            <a:off x="370042" y="1257460"/>
            <a:ext cx="8381655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fr-FR" sz="1400" dirty="0">
                <a:latin typeface="Aptos"/>
              </a:rPr>
              <a:t>La plateforme Actuelle (et ses API version A) ne sera accessible qu’à travers son adresse technique, et ce, jusqu’au </a:t>
            </a:r>
            <a:r>
              <a:rPr lang="fr-FR" sz="1400" b="1" dirty="0">
                <a:latin typeface="Aptos"/>
              </a:rPr>
              <a:t>31/12/2025</a:t>
            </a:r>
            <a:r>
              <a:rPr lang="fr-FR" sz="1400" dirty="0">
                <a:latin typeface="Aptos"/>
              </a:rPr>
              <a:t>. Les applications doivent être adaptées et utiliser les API de la future plateforme.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38C294D-17C1-08D1-288A-435BBDE60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43DA3-C199-4473-AC0C-B2D9B9FF7D1F}" type="slidenum">
              <a:rPr lang="fr-FR" smtClean="0"/>
              <a:t>7</a:t>
            </a:fld>
            <a:endParaRPr lang="fr-FR"/>
          </a:p>
        </p:txBody>
      </p:sp>
      <p:pic>
        <p:nvPicPr>
          <p:cNvPr id="11" name="Graphique 10" descr="Avertissement contour">
            <a:extLst>
              <a:ext uri="{FF2B5EF4-FFF2-40B4-BE49-F238E27FC236}">
                <a16:creationId xmlns:a16="http://schemas.microsoft.com/office/drawing/2014/main" id="{5CAC2C86-8DA2-76FA-D610-F848F8A23E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3663" y="2261155"/>
            <a:ext cx="221673" cy="22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813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A82B561-BF5A-E214-4832-DF473F4F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43DA3-C199-4473-AC0C-B2D9B9FF7D1F}" type="slidenum">
              <a:rPr lang="fr-FR" smtClean="0"/>
              <a:t>8</a:t>
            </a:fld>
            <a:endParaRPr lang="fr-FR"/>
          </a:p>
        </p:txBody>
      </p:sp>
      <p:sp>
        <p:nvSpPr>
          <p:cNvPr id="7" name="Titre 4">
            <a:extLst>
              <a:ext uri="{FF2B5EF4-FFF2-40B4-BE49-F238E27FC236}">
                <a16:creationId xmlns:a16="http://schemas.microsoft.com/office/drawing/2014/main" id="{FAF3E69F-8131-005F-0D68-F4EF1ABBCE9E}"/>
              </a:ext>
            </a:extLst>
          </p:cNvPr>
          <p:cNvSpPr txBox="1">
            <a:spLocks/>
          </p:cNvSpPr>
          <p:nvPr/>
        </p:nvSpPr>
        <p:spPr>
          <a:xfrm>
            <a:off x="370043" y="366268"/>
            <a:ext cx="8381655" cy="334515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25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600" dirty="0"/>
              <a:t>Aide en ligne interactive pour les API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624BC93-0DA9-119E-C97D-77654E91C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43" y="907472"/>
            <a:ext cx="1674774" cy="361257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C3DCD116-086B-7ACA-478B-4C2794101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8150" y="907472"/>
            <a:ext cx="5711636" cy="3612573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B803EB35-7463-C42B-F537-FEAE685781C7}"/>
              </a:ext>
            </a:extLst>
          </p:cNvPr>
          <p:cNvSpPr/>
          <p:nvPr/>
        </p:nvSpPr>
        <p:spPr>
          <a:xfrm>
            <a:off x="858982" y="3761509"/>
            <a:ext cx="180109" cy="249382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2" name="Connecteur : en angle 11">
            <a:extLst>
              <a:ext uri="{FF2B5EF4-FFF2-40B4-BE49-F238E27FC236}">
                <a16:creationId xmlns:a16="http://schemas.microsoft.com/office/drawing/2014/main" id="{79C753CB-34BA-7729-6FF4-F6C04C833F83}"/>
              </a:ext>
            </a:extLst>
          </p:cNvPr>
          <p:cNvCxnSpPr>
            <a:cxnSpLocks/>
            <a:stCxn id="10" idx="4"/>
            <a:endCxn id="8" idx="1"/>
          </p:cNvCxnSpPr>
          <p:nvPr/>
        </p:nvCxnSpPr>
        <p:spPr>
          <a:xfrm rot="5400000" flipH="1" flipV="1">
            <a:off x="1260027" y="2402768"/>
            <a:ext cx="1297132" cy="1919113"/>
          </a:xfrm>
          <a:prstGeom prst="bentConnector4">
            <a:avLst>
              <a:gd name="adj1" fmla="val -11215"/>
              <a:gd name="adj2" fmla="val 67506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2677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D161401-F792-7E1F-9A11-32040D996EE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6B54B0F7-55DD-40D6-B7F4-70B586885C0B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5DEDBE6D-335D-9A92-4B68-EA5D8C99F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43" y="366268"/>
            <a:ext cx="8381655" cy="669029"/>
          </a:xfrm>
        </p:spPr>
        <p:txBody>
          <a:bodyPr/>
          <a:lstStyle/>
          <a:p>
            <a:r>
              <a:rPr lang="fr-FR" sz="2550"/>
              <a:t>Comment suivre le déroulement du changement de plateforme et contacter Enedis sur ce sujet ?</a:t>
            </a: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77F57792-FE54-98B6-5CDA-B8D38DBFAC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pPr algn="just"/>
            <a:r>
              <a:rPr lang="fr-FR" sz="1800" dirty="0">
                <a:solidFill>
                  <a:schemeClr val="tx1"/>
                </a:solidFill>
                <a:effectLst/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Pour toute question sur le sujet, </a:t>
            </a:r>
            <a:r>
              <a:rPr lang="fr-FR" sz="1800" dirty="0">
                <a:solidFill>
                  <a:schemeClr val="tx2"/>
                </a:solidFill>
                <a:effectLst/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vous pouvez nous contacter en renseignant le formulaire sur notre </a:t>
            </a:r>
            <a:r>
              <a:rPr lang="fr-FR" sz="1800" dirty="0">
                <a:solidFill>
                  <a:schemeClr val="tx2"/>
                </a:solidFill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site :</a:t>
            </a:r>
            <a:r>
              <a:rPr lang="fr-FR" sz="1800" dirty="0">
                <a:solidFill>
                  <a:schemeClr val="tx2"/>
                </a:solidFill>
                <a:effectLst/>
                <a:latin typeface="Aptos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fr-FR" sz="1800" dirty="0">
                <a:solidFill>
                  <a:schemeClr val="tx2"/>
                </a:solidFill>
                <a:latin typeface="Aptos"/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https://data.enedis.fr/page/contact/</a:t>
            </a:r>
            <a:endParaRPr lang="fr-FR" sz="1800" dirty="0">
              <a:solidFill>
                <a:srgbClr val="FF0000"/>
              </a:solidFill>
              <a:effectLst/>
              <a:latin typeface="Public Sans Light"/>
              <a:ea typeface="Aptos" panose="020B0004020202020204" pitchFamily="34" charset="0"/>
              <a:cs typeface="Aptos" panose="020B0004020202020204" pitchFamily="34" charset="0"/>
            </a:endParaRPr>
          </a:p>
          <a:p>
            <a:endParaRPr lang="fr-FR" sz="1800" dirty="0">
              <a:solidFill>
                <a:srgbClr val="FF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4430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3EA2A50-82E6-3371-5636-00931206B17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6B54B0F7-55DD-40D6-B7F4-70B586885C0B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FDDA5AA-3FE2-79EB-15D1-2D2632F738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333582" y="1379975"/>
            <a:ext cx="4476836" cy="2564606"/>
          </a:xfrm>
        </p:spPr>
        <p:txBody>
          <a:bodyPr/>
          <a:lstStyle/>
          <a:p>
            <a:r>
              <a:rPr lang="fr-FR"/>
              <a:t>Annexe</a:t>
            </a:r>
          </a:p>
        </p:txBody>
      </p:sp>
    </p:spTree>
    <p:extLst>
      <p:ext uri="{BB962C8B-B14F-4D97-AF65-F5344CB8AC3E}">
        <p14:creationId xmlns:p14="http://schemas.microsoft.com/office/powerpoint/2010/main" val="899145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4">
            <a:extLst>
              <a:ext uri="{FF2B5EF4-FFF2-40B4-BE49-F238E27FC236}">
                <a16:creationId xmlns:a16="http://schemas.microsoft.com/office/drawing/2014/main" id="{36874050-E84C-8428-516C-CACB248451E0}"/>
              </a:ext>
            </a:extLst>
          </p:cNvPr>
          <p:cNvSpPr txBox="1">
            <a:spLocks/>
          </p:cNvSpPr>
          <p:nvPr/>
        </p:nvSpPr>
        <p:spPr>
          <a:xfrm>
            <a:off x="370043" y="366268"/>
            <a:ext cx="8381655" cy="334515"/>
          </a:xfrm>
          <a:prstGeom prst="rect">
            <a:avLst/>
          </a:prstGeom>
        </p:spPr>
        <p:txBody>
          <a:bodyPr/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25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Définition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0E9B7F3-4610-E503-7C9B-2606A50AC5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48"/>
          <a:stretch/>
        </p:blipFill>
        <p:spPr>
          <a:xfrm>
            <a:off x="580070" y="1625600"/>
            <a:ext cx="7753641" cy="237957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DF40660-78B7-21DC-0EC3-0A6A86DDAA83}"/>
              </a:ext>
            </a:extLst>
          </p:cNvPr>
          <p:cNvSpPr/>
          <p:nvPr/>
        </p:nvSpPr>
        <p:spPr>
          <a:xfrm>
            <a:off x="1854200" y="1732280"/>
            <a:ext cx="1935480" cy="208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/>
              <a:t>Jeux de données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08667A-8041-15FC-161C-DDC70ECB0F42}"/>
              </a:ext>
            </a:extLst>
          </p:cNvPr>
          <p:cNvSpPr/>
          <p:nvPr/>
        </p:nvSpPr>
        <p:spPr>
          <a:xfrm>
            <a:off x="2783840" y="3337560"/>
            <a:ext cx="1869440" cy="502920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>
                <a:solidFill>
                  <a:srgbClr val="1423DC"/>
                </a:solidFill>
              </a:rPr>
              <a:t>Utilisation des données hors de la plateforme</a:t>
            </a:r>
            <a:endParaRPr lang="fr-FR" sz="12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46AE6F-480D-22BD-A8AD-8AB7EDF2640F}"/>
              </a:ext>
            </a:extLst>
          </p:cNvPr>
          <p:cNvSpPr/>
          <p:nvPr/>
        </p:nvSpPr>
        <p:spPr>
          <a:xfrm>
            <a:off x="762000" y="3337560"/>
            <a:ext cx="1869440" cy="502920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>
                <a:solidFill>
                  <a:srgbClr val="1423DC"/>
                </a:solidFill>
              </a:rPr>
              <a:t>Visualisation directe depuis la plateforme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EA7C3D1-D599-0982-9E69-AE15837B4A78}"/>
              </a:ext>
            </a:extLst>
          </p:cNvPr>
          <p:cNvSpPr txBox="1"/>
          <p:nvPr/>
        </p:nvSpPr>
        <p:spPr>
          <a:xfrm>
            <a:off x="370042" y="885746"/>
            <a:ext cx="83816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200"/>
              <a:t>Une API (application </a:t>
            </a:r>
            <a:r>
              <a:rPr lang="fr-FR" sz="1200" err="1"/>
              <a:t>programming</a:t>
            </a:r>
            <a:r>
              <a:rPr lang="fr-FR" sz="1200"/>
              <a:t> interface ou « interface de programmation d’application ») est une interface logicielle qui permet de « connecter » un logiciel à un autre logiciel </a:t>
            </a:r>
            <a:r>
              <a:rPr lang="fr-FR" sz="1200" b="1"/>
              <a:t>afin d’échanger des données</a:t>
            </a:r>
            <a:r>
              <a:rPr lang="fr-FR" sz="1200"/>
              <a:t>. Dans le cas présent, il s’agit d’un logiciel qui </a:t>
            </a:r>
            <a:r>
              <a:rPr lang="fr-FR" sz="1200" b="1">
                <a:solidFill>
                  <a:srgbClr val="1423DC"/>
                </a:solidFill>
              </a:rPr>
              <a:t>récupère les données </a:t>
            </a:r>
            <a:r>
              <a:rPr lang="fr-FR" sz="1200"/>
              <a:t>à partir de la plateforme d’Open data d’Enedis.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32B204E-2492-4FCE-7879-27E17B742DA6}"/>
              </a:ext>
            </a:extLst>
          </p:cNvPr>
          <p:cNvSpPr txBox="1"/>
          <p:nvPr/>
        </p:nvSpPr>
        <p:spPr>
          <a:xfrm>
            <a:off x="370041" y="4116075"/>
            <a:ext cx="83816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200"/>
              <a:t>Chaque logiciel (ou plateforme) </a:t>
            </a:r>
            <a:r>
              <a:rPr lang="fr-FR" sz="1200" b="1">
                <a:solidFill>
                  <a:srgbClr val="1423DC"/>
                </a:solidFill>
              </a:rPr>
              <a:t>propose des API qui lui sont propres</a:t>
            </a:r>
            <a:r>
              <a:rPr lang="fr-FR" sz="1200"/>
              <a:t>, même si celles-ci tendent à </a:t>
            </a:r>
            <a:r>
              <a:rPr lang="fr-FR" sz="1200" b="1">
                <a:solidFill>
                  <a:srgbClr val="1423DC"/>
                </a:solidFill>
              </a:rPr>
              <a:t>converger</a:t>
            </a:r>
            <a:r>
              <a:rPr lang="fr-FR" sz="1200"/>
              <a:t> vers des standards pour faciliter leur interopérabilité.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786E144-EE47-F1FA-69DF-7A1B72849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43DA3-C199-4473-AC0C-B2D9B9FF7D1F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220384"/>
      </p:ext>
    </p:extLst>
  </p:cSld>
  <p:clrMapOvr>
    <a:masterClrMapping/>
  </p:clrMapOvr>
</p:sld>
</file>

<file path=ppt/theme/theme1.xml><?xml version="1.0" encoding="utf-8"?>
<a:theme xmlns:a="http://schemas.openxmlformats.org/drawingml/2006/main" name="Baz 960x540">
  <a:themeElements>
    <a:clrScheme name="00. Enedis">
      <a:dk1>
        <a:sysClr val="windowText" lastClr="000000"/>
      </a:dk1>
      <a:lt1>
        <a:sysClr val="window" lastClr="FFFFFF"/>
      </a:lt1>
      <a:dk2>
        <a:srgbClr val="1423DC"/>
      </a:dk2>
      <a:lt2>
        <a:srgbClr val="2382D2"/>
      </a:lt2>
      <a:accent1>
        <a:srgbClr val="96CD32"/>
      </a:accent1>
      <a:accent2>
        <a:srgbClr val="4BC3C3"/>
      </a:accent2>
      <a:accent3>
        <a:srgbClr val="EB6E3C"/>
      </a:accent3>
      <a:accent4>
        <a:srgbClr val="FFBE23"/>
      </a:accent4>
      <a:accent5>
        <a:srgbClr val="AF2891"/>
      </a:accent5>
      <a:accent6>
        <a:srgbClr val="8755C8"/>
      </a:accent6>
      <a:hlink>
        <a:srgbClr val="0563C1"/>
      </a:hlink>
      <a:folHlink>
        <a:srgbClr val="954F72"/>
      </a:folHlink>
    </a:clrScheme>
    <a:fontScheme name="00. Enedis">
      <a:majorFont>
        <a:latin typeface="Enedis"/>
        <a:ea typeface=""/>
        <a:cs typeface=""/>
      </a:majorFont>
      <a:minorFont>
        <a:latin typeface="Public Sans Light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Baz 960x540" id="{B4F492B3-5B58-459D-9B4B-45BEAEE65AF0}" vid="{D3827065-B350-4D59-A1D8-FA1517BF4638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55D8AF8CE9FE4A8521315C80B2100E" ma:contentTypeVersion="0" ma:contentTypeDescription="Crée un document." ma:contentTypeScope="" ma:versionID="06b4280f4123ba787406ab41e0ca5e6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b09c1ba23edfaa45a5e9d385267c9b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DE98A8A-162E-4473-8C8B-35C2F707044B}">
  <ds:schemaRefs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8F7B301-6DE9-4AB6-B5D4-F4039EA15926}">
  <ds:schemaRefs>
    <ds:schemaRef ds:uri="http://purl.org/dc/elements/1.1/"/>
    <ds:schemaRef ds:uri="http://purl.org/dc/terms/"/>
    <ds:schemaRef ds:uri="http://schemas.microsoft.com/internal/obd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DF9113A-C39B-40A6-9507-F938FE5734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Baz 960x540</Template>
  <TotalTime>594</TotalTime>
  <Words>693</Words>
  <Application>Microsoft Office PowerPoint</Application>
  <PresentationFormat>Affichage à l'écran (16:9)</PresentationFormat>
  <Paragraphs>70</Paragraphs>
  <Slides>11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21" baseType="lpstr">
      <vt:lpstr>Aptos</vt:lpstr>
      <vt:lpstr>Arial</vt:lpstr>
      <vt:lpstr>Calibri</vt:lpstr>
      <vt:lpstr>Enedis</vt:lpstr>
      <vt:lpstr>Enedis Black</vt:lpstr>
      <vt:lpstr>Enedis Light</vt:lpstr>
      <vt:lpstr>Enedis Medium</vt:lpstr>
      <vt:lpstr>Public Sans</vt:lpstr>
      <vt:lpstr>Public Sans Light</vt:lpstr>
      <vt:lpstr>Baz 960x540</vt:lpstr>
      <vt:lpstr>Nouvelle plateforme de données en Open data </vt:lpstr>
      <vt:lpstr>Nouvel hébergeur des données Open data d’Enedis</vt:lpstr>
      <vt:lpstr>Seules les pages du catalogue des données évoluent</vt:lpstr>
      <vt:lpstr>Catalogue des jeux de données</vt:lpstr>
      <vt:lpstr>Conséquence pour les utilisateurs : les API évoluent</vt:lpstr>
      <vt:lpstr>Présentation PowerPoint</vt:lpstr>
      <vt:lpstr>Présentation PowerPoint</vt:lpstr>
      <vt:lpstr>Présentation PowerPoint</vt:lpstr>
      <vt:lpstr>Comment suivre le déroulement du changement de plateforme et contacter Enedis sur ce sujet ?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Gustavo Gomez Perez</dc:creator>
  <cp:lastModifiedBy>HEBRARD Sebastien</cp:lastModifiedBy>
  <cp:revision>243</cp:revision>
  <dcterms:created xsi:type="dcterms:W3CDTF">2021-11-30T04:52:36Z</dcterms:created>
  <dcterms:modified xsi:type="dcterms:W3CDTF">2025-11-14T13:38:56Z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0x010100E155D8AF8CE9FE4A8521315C80B2100E</vt:lpwstr>
  </property>
</Properties>
</file>